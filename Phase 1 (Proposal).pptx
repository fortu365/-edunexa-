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9" r:id="rId3"/>
    <p:sldId id="257" r:id="rId4"/>
    <p:sldId id="260" r:id="rId5"/>
    <p:sldId id="282" r:id="rId6"/>
    <p:sldId id="286" r:id="rId7"/>
    <p:sldId id="285" r:id="rId8"/>
    <p:sldId id="287" r:id="rId9"/>
    <p:sldId id="262" r:id="rId10"/>
    <p:sldId id="28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6811F66-9D02-43DE-B9D7-9567A09EED9A}" type="doc">
      <dgm:prSet loTypeId="urn:microsoft.com/office/officeart/2016/7/layout/RepeatingBendingProcessNew" loCatId="process" qsTypeId="urn:microsoft.com/office/officeart/2005/8/quickstyle/simple1" qsCatId="simple" csTypeId="urn:microsoft.com/office/officeart/2005/8/colors/accent0_3" csCatId="mainScheme" phldr="1"/>
      <dgm:spPr/>
      <dgm:t>
        <a:bodyPr/>
        <a:lstStyle/>
        <a:p>
          <a:endParaRPr lang="en-US"/>
        </a:p>
      </dgm:t>
    </dgm:pt>
    <dgm:pt modelId="{2AE32715-A964-4BDC-B43A-7ACD1A68EE4D}">
      <dgm:prSet/>
      <dgm:spPr/>
      <dgm:t>
        <a:bodyPr/>
        <a:lstStyle/>
        <a:p>
          <a:r>
            <a:rPr lang="en-US" dirty="0"/>
            <a:t>Access the web application and register </a:t>
          </a:r>
        </a:p>
      </dgm:t>
    </dgm:pt>
    <dgm:pt modelId="{8AFFC0D3-525A-404F-A94D-97C002D08BE6}" type="parTrans" cxnId="{A76D6617-2CD8-414F-8414-39419FEFC0F0}">
      <dgm:prSet/>
      <dgm:spPr/>
      <dgm:t>
        <a:bodyPr/>
        <a:lstStyle/>
        <a:p>
          <a:endParaRPr lang="en-US"/>
        </a:p>
      </dgm:t>
    </dgm:pt>
    <dgm:pt modelId="{D51ED0E6-EF79-4E08-8FE9-4426628228FB}" type="sibTrans" cxnId="{A76D6617-2CD8-414F-8414-39419FEFC0F0}">
      <dgm:prSet/>
      <dgm:spPr/>
      <dgm:t>
        <a:bodyPr/>
        <a:lstStyle/>
        <a:p>
          <a:endParaRPr lang="en-US"/>
        </a:p>
      </dgm:t>
    </dgm:pt>
    <dgm:pt modelId="{B54E64DC-5F22-477F-8BD6-BD77EB838D85}">
      <dgm:prSet/>
      <dgm:spPr/>
      <dgm:t>
        <a:bodyPr/>
        <a:lstStyle/>
        <a:p>
          <a:r>
            <a:rPr lang="en-US" dirty="0"/>
            <a:t>Login, after successful login, you see the user welcome page </a:t>
          </a:r>
        </a:p>
      </dgm:t>
    </dgm:pt>
    <dgm:pt modelId="{AA4FE6BF-4748-4692-837E-C0EFC5AFE3F1}" type="parTrans" cxnId="{6BB315D7-8127-455F-8B58-CAE79AB804C8}">
      <dgm:prSet/>
      <dgm:spPr/>
      <dgm:t>
        <a:bodyPr/>
        <a:lstStyle/>
        <a:p>
          <a:endParaRPr lang="en-US"/>
        </a:p>
      </dgm:t>
    </dgm:pt>
    <dgm:pt modelId="{831F1CC7-6C85-4B1D-B456-36FC065431D7}" type="sibTrans" cxnId="{6BB315D7-8127-455F-8B58-CAE79AB804C8}">
      <dgm:prSet/>
      <dgm:spPr/>
      <dgm:t>
        <a:bodyPr/>
        <a:lstStyle/>
        <a:p>
          <a:endParaRPr lang="en-US"/>
        </a:p>
      </dgm:t>
    </dgm:pt>
    <dgm:pt modelId="{9BF57561-162A-4D28-AE6F-7A8D061702F2}">
      <dgm:prSet/>
      <dgm:spPr/>
      <dgm:t>
        <a:bodyPr/>
        <a:lstStyle/>
        <a:p>
          <a:r>
            <a:rPr lang="en-US" dirty="0"/>
            <a:t>On the user welcome you: </a:t>
          </a:r>
        </a:p>
      </dgm:t>
    </dgm:pt>
    <dgm:pt modelId="{9500CB0E-EA1B-4760-BF86-D19FA277FCBC}" type="parTrans" cxnId="{257F63EE-FE01-44B8-91F6-8604F3442A03}">
      <dgm:prSet/>
      <dgm:spPr/>
      <dgm:t>
        <a:bodyPr/>
        <a:lstStyle/>
        <a:p>
          <a:endParaRPr lang="en-US"/>
        </a:p>
      </dgm:t>
    </dgm:pt>
    <dgm:pt modelId="{3EE64B7D-6B88-45FC-BB07-80D4122CD084}" type="sibTrans" cxnId="{257F63EE-FE01-44B8-91F6-8604F3442A03}">
      <dgm:prSet/>
      <dgm:spPr/>
      <dgm:t>
        <a:bodyPr/>
        <a:lstStyle/>
        <a:p>
          <a:endParaRPr lang="en-US"/>
        </a:p>
      </dgm:t>
    </dgm:pt>
    <dgm:pt modelId="{70F811D4-A8E3-4A96-9171-7040775FF0A4}">
      <dgm:prSet/>
      <dgm:spPr/>
      <dgm:t>
        <a:bodyPr/>
        <a:lstStyle/>
        <a:p>
          <a:r>
            <a:rPr lang="en-US"/>
            <a:t>Optionally attach the profile image  </a:t>
          </a:r>
        </a:p>
      </dgm:t>
    </dgm:pt>
    <dgm:pt modelId="{553C797E-67D6-4B3D-82BA-81221795D95D}" type="parTrans" cxnId="{5C6FC00E-7C61-47B9-94E0-A6AAE8BE1419}">
      <dgm:prSet/>
      <dgm:spPr/>
      <dgm:t>
        <a:bodyPr/>
        <a:lstStyle/>
        <a:p>
          <a:endParaRPr lang="en-US"/>
        </a:p>
      </dgm:t>
    </dgm:pt>
    <dgm:pt modelId="{F11B48E9-EA43-4EF8-97C2-9BD0AB7701BA}" type="sibTrans" cxnId="{5C6FC00E-7C61-47B9-94E0-A6AAE8BE1419}">
      <dgm:prSet/>
      <dgm:spPr/>
      <dgm:t>
        <a:bodyPr/>
        <a:lstStyle/>
        <a:p>
          <a:endParaRPr lang="en-US"/>
        </a:p>
      </dgm:t>
    </dgm:pt>
    <dgm:pt modelId="{6D395462-1F17-46F2-87DF-B16DE5651E9F}">
      <dgm:prSet/>
      <dgm:spPr/>
      <dgm:t>
        <a:bodyPr/>
        <a:lstStyle/>
        <a:p>
          <a:r>
            <a:rPr lang="en-US"/>
            <a:t>Optionally update your personal information </a:t>
          </a:r>
        </a:p>
      </dgm:t>
    </dgm:pt>
    <dgm:pt modelId="{5B7D1AEC-BB82-4524-8FCE-04F9F888F35F}" type="parTrans" cxnId="{8B7E36D9-A930-476C-85F1-8297A705701D}">
      <dgm:prSet/>
      <dgm:spPr/>
      <dgm:t>
        <a:bodyPr/>
        <a:lstStyle/>
        <a:p>
          <a:endParaRPr lang="en-US"/>
        </a:p>
      </dgm:t>
    </dgm:pt>
    <dgm:pt modelId="{1E621A25-C062-40E4-A8C1-A40C1F0D8212}" type="sibTrans" cxnId="{8B7E36D9-A930-476C-85F1-8297A705701D}">
      <dgm:prSet/>
      <dgm:spPr/>
      <dgm:t>
        <a:bodyPr/>
        <a:lstStyle/>
        <a:p>
          <a:endParaRPr lang="en-US"/>
        </a:p>
      </dgm:t>
    </dgm:pt>
    <dgm:pt modelId="{5670DC9C-39A6-4DE6-9155-958280F857B6}">
      <dgm:prSet/>
      <dgm:spPr/>
      <dgm:t>
        <a:bodyPr/>
        <a:lstStyle/>
        <a:p>
          <a:r>
            <a:rPr lang="en-US"/>
            <a:t>Able to attach all the needed tertiary documents </a:t>
          </a:r>
        </a:p>
      </dgm:t>
    </dgm:pt>
    <dgm:pt modelId="{17D75290-C519-48B4-BA6B-88FE10682F24}" type="parTrans" cxnId="{C6F7B067-5CE6-4DD2-AB5E-9F236881E8A7}">
      <dgm:prSet/>
      <dgm:spPr/>
      <dgm:t>
        <a:bodyPr/>
        <a:lstStyle/>
        <a:p>
          <a:endParaRPr lang="en-US"/>
        </a:p>
      </dgm:t>
    </dgm:pt>
    <dgm:pt modelId="{79A5751A-74B2-44F1-BD98-C27AC45688BE}" type="sibTrans" cxnId="{C6F7B067-5CE6-4DD2-AB5E-9F236881E8A7}">
      <dgm:prSet/>
      <dgm:spPr/>
      <dgm:t>
        <a:bodyPr/>
        <a:lstStyle/>
        <a:p>
          <a:endParaRPr lang="en-US"/>
        </a:p>
      </dgm:t>
    </dgm:pt>
    <dgm:pt modelId="{A5C41C15-6432-4B02-BB97-10918DA567F9}">
      <dgm:prSet/>
      <dgm:spPr/>
      <dgm:t>
        <a:bodyPr/>
        <a:lstStyle/>
        <a:p>
          <a:r>
            <a:rPr lang="en-US"/>
            <a:t>Have access to SA private/public institutions and bursaries</a:t>
          </a:r>
        </a:p>
      </dgm:t>
    </dgm:pt>
    <dgm:pt modelId="{4AC72880-69FC-4714-A769-113394341656}" type="parTrans" cxnId="{95175CE9-1B77-4A30-9D76-0C9313D827D5}">
      <dgm:prSet/>
      <dgm:spPr/>
      <dgm:t>
        <a:bodyPr/>
        <a:lstStyle/>
        <a:p>
          <a:endParaRPr lang="en-US"/>
        </a:p>
      </dgm:t>
    </dgm:pt>
    <dgm:pt modelId="{95FFE25E-25D8-4438-853D-41FE3166EF4B}" type="sibTrans" cxnId="{95175CE9-1B77-4A30-9D76-0C9313D827D5}">
      <dgm:prSet/>
      <dgm:spPr/>
      <dgm:t>
        <a:bodyPr/>
        <a:lstStyle/>
        <a:p>
          <a:endParaRPr lang="en-US"/>
        </a:p>
      </dgm:t>
    </dgm:pt>
    <dgm:pt modelId="{67B6D82F-A78A-4711-8A56-E86A1F63A6B1}">
      <dgm:prSet/>
      <dgm:spPr/>
      <dgm:t>
        <a:bodyPr/>
        <a:lstStyle/>
        <a:p>
          <a:r>
            <a:rPr lang="en-US"/>
            <a:t>Add plentiful notes that you write all your statues in, as well as student number and pin</a:t>
          </a:r>
        </a:p>
      </dgm:t>
    </dgm:pt>
    <dgm:pt modelId="{03697067-B97E-47FC-9349-7A2A20BCADAD}" type="parTrans" cxnId="{06B2F5FC-1203-4AE9-B028-1A40689FACB0}">
      <dgm:prSet/>
      <dgm:spPr/>
      <dgm:t>
        <a:bodyPr/>
        <a:lstStyle/>
        <a:p>
          <a:endParaRPr lang="en-US"/>
        </a:p>
      </dgm:t>
    </dgm:pt>
    <dgm:pt modelId="{67BD0FA5-3D16-4CBB-8ECC-4A8E99B48FE5}" type="sibTrans" cxnId="{06B2F5FC-1203-4AE9-B028-1A40689FACB0}">
      <dgm:prSet/>
      <dgm:spPr/>
      <dgm:t>
        <a:bodyPr/>
        <a:lstStyle/>
        <a:p>
          <a:endParaRPr lang="en-US"/>
        </a:p>
      </dgm:t>
    </dgm:pt>
    <dgm:pt modelId="{C01BBD85-BE08-4F0D-B5FE-15C2B0E9DA5E}">
      <dgm:prSet/>
      <dgm:spPr/>
      <dgm:t>
        <a:bodyPr/>
        <a:lstStyle/>
        <a:p>
          <a:r>
            <a:rPr lang="en-US" dirty="0"/>
            <a:t>The you can Logout </a:t>
          </a:r>
        </a:p>
      </dgm:t>
    </dgm:pt>
    <dgm:pt modelId="{32CFE205-EFC3-4D61-B6DA-3AF67023E6C2}" type="parTrans" cxnId="{0FFC5759-12BB-4179-892F-EE822D201B7D}">
      <dgm:prSet/>
      <dgm:spPr/>
      <dgm:t>
        <a:bodyPr/>
        <a:lstStyle/>
        <a:p>
          <a:endParaRPr lang="en-US"/>
        </a:p>
      </dgm:t>
    </dgm:pt>
    <dgm:pt modelId="{144C31B2-EBFB-4199-80E9-EDAC8B14DDE9}" type="sibTrans" cxnId="{0FFC5759-12BB-4179-892F-EE822D201B7D}">
      <dgm:prSet/>
      <dgm:spPr/>
      <dgm:t>
        <a:bodyPr/>
        <a:lstStyle/>
        <a:p>
          <a:endParaRPr lang="en-US"/>
        </a:p>
      </dgm:t>
    </dgm:pt>
    <dgm:pt modelId="{FD9D6F76-2D06-49D6-A60F-5A45834A8E89}" type="pres">
      <dgm:prSet presAssocID="{36811F66-9D02-43DE-B9D7-9567A09EED9A}" presName="Name0" presStyleCnt="0">
        <dgm:presLayoutVars>
          <dgm:dir/>
          <dgm:resizeHandles val="exact"/>
        </dgm:presLayoutVars>
      </dgm:prSet>
      <dgm:spPr/>
    </dgm:pt>
    <dgm:pt modelId="{8079583C-15FF-48A8-A3FE-A0393247C522}" type="pres">
      <dgm:prSet presAssocID="{2AE32715-A964-4BDC-B43A-7ACD1A68EE4D}" presName="node" presStyleLbl="node1" presStyleIdx="0" presStyleCnt="9">
        <dgm:presLayoutVars>
          <dgm:bulletEnabled val="1"/>
        </dgm:presLayoutVars>
      </dgm:prSet>
      <dgm:spPr/>
    </dgm:pt>
    <dgm:pt modelId="{9162B8BA-1BFB-44A9-82DD-03FDCE8F5A7E}" type="pres">
      <dgm:prSet presAssocID="{D51ED0E6-EF79-4E08-8FE9-4426628228FB}" presName="sibTrans" presStyleLbl="sibTrans1D1" presStyleIdx="0" presStyleCnt="8"/>
      <dgm:spPr/>
    </dgm:pt>
    <dgm:pt modelId="{678CD198-7162-406C-B34B-66F018C63A74}" type="pres">
      <dgm:prSet presAssocID="{D51ED0E6-EF79-4E08-8FE9-4426628228FB}" presName="connectorText" presStyleLbl="sibTrans1D1" presStyleIdx="0" presStyleCnt="8"/>
      <dgm:spPr/>
    </dgm:pt>
    <dgm:pt modelId="{7103EF2B-D798-44F6-9B3E-6908D72A3EC6}" type="pres">
      <dgm:prSet presAssocID="{B54E64DC-5F22-477F-8BD6-BD77EB838D85}" presName="node" presStyleLbl="node1" presStyleIdx="1" presStyleCnt="9">
        <dgm:presLayoutVars>
          <dgm:bulletEnabled val="1"/>
        </dgm:presLayoutVars>
      </dgm:prSet>
      <dgm:spPr/>
    </dgm:pt>
    <dgm:pt modelId="{297C2090-9946-4F99-B71D-08AA56042C27}" type="pres">
      <dgm:prSet presAssocID="{831F1CC7-6C85-4B1D-B456-36FC065431D7}" presName="sibTrans" presStyleLbl="sibTrans1D1" presStyleIdx="1" presStyleCnt="8"/>
      <dgm:spPr/>
    </dgm:pt>
    <dgm:pt modelId="{4CAB41F8-1BF0-47C9-B73C-FF8A79E1476C}" type="pres">
      <dgm:prSet presAssocID="{831F1CC7-6C85-4B1D-B456-36FC065431D7}" presName="connectorText" presStyleLbl="sibTrans1D1" presStyleIdx="1" presStyleCnt="8"/>
      <dgm:spPr/>
    </dgm:pt>
    <dgm:pt modelId="{F919D37E-CEAE-4A42-92DF-CD2FBB40A472}" type="pres">
      <dgm:prSet presAssocID="{9BF57561-162A-4D28-AE6F-7A8D061702F2}" presName="node" presStyleLbl="node1" presStyleIdx="2" presStyleCnt="9">
        <dgm:presLayoutVars>
          <dgm:bulletEnabled val="1"/>
        </dgm:presLayoutVars>
      </dgm:prSet>
      <dgm:spPr/>
    </dgm:pt>
    <dgm:pt modelId="{38D5A1C5-EF92-4C0E-BD9A-5B0564051EEC}" type="pres">
      <dgm:prSet presAssocID="{3EE64B7D-6B88-45FC-BB07-80D4122CD084}" presName="sibTrans" presStyleLbl="sibTrans1D1" presStyleIdx="2" presStyleCnt="8"/>
      <dgm:spPr/>
    </dgm:pt>
    <dgm:pt modelId="{D09984A1-B3A2-47AB-B496-DB851B36B403}" type="pres">
      <dgm:prSet presAssocID="{3EE64B7D-6B88-45FC-BB07-80D4122CD084}" presName="connectorText" presStyleLbl="sibTrans1D1" presStyleIdx="2" presStyleCnt="8"/>
      <dgm:spPr/>
    </dgm:pt>
    <dgm:pt modelId="{B7B0A7A8-BA42-46C5-BAE1-7DDE7EC2CBED}" type="pres">
      <dgm:prSet presAssocID="{70F811D4-A8E3-4A96-9171-7040775FF0A4}" presName="node" presStyleLbl="node1" presStyleIdx="3" presStyleCnt="9">
        <dgm:presLayoutVars>
          <dgm:bulletEnabled val="1"/>
        </dgm:presLayoutVars>
      </dgm:prSet>
      <dgm:spPr/>
    </dgm:pt>
    <dgm:pt modelId="{9573E3A3-54A1-4085-A573-1E2A33E6BD3E}" type="pres">
      <dgm:prSet presAssocID="{F11B48E9-EA43-4EF8-97C2-9BD0AB7701BA}" presName="sibTrans" presStyleLbl="sibTrans1D1" presStyleIdx="3" presStyleCnt="8"/>
      <dgm:spPr/>
    </dgm:pt>
    <dgm:pt modelId="{0C1CC344-BD5E-44DD-84C2-C664E023546B}" type="pres">
      <dgm:prSet presAssocID="{F11B48E9-EA43-4EF8-97C2-9BD0AB7701BA}" presName="connectorText" presStyleLbl="sibTrans1D1" presStyleIdx="3" presStyleCnt="8"/>
      <dgm:spPr/>
    </dgm:pt>
    <dgm:pt modelId="{A3F6A812-0095-4869-9C75-359CC629628A}" type="pres">
      <dgm:prSet presAssocID="{6D395462-1F17-46F2-87DF-B16DE5651E9F}" presName="node" presStyleLbl="node1" presStyleIdx="4" presStyleCnt="9">
        <dgm:presLayoutVars>
          <dgm:bulletEnabled val="1"/>
        </dgm:presLayoutVars>
      </dgm:prSet>
      <dgm:spPr/>
    </dgm:pt>
    <dgm:pt modelId="{0BB7CDAA-24BE-4CD9-81EB-F90057D78CBF}" type="pres">
      <dgm:prSet presAssocID="{1E621A25-C062-40E4-A8C1-A40C1F0D8212}" presName="sibTrans" presStyleLbl="sibTrans1D1" presStyleIdx="4" presStyleCnt="8"/>
      <dgm:spPr/>
    </dgm:pt>
    <dgm:pt modelId="{0604EE3B-709B-436D-A688-BE4D6F6A0549}" type="pres">
      <dgm:prSet presAssocID="{1E621A25-C062-40E4-A8C1-A40C1F0D8212}" presName="connectorText" presStyleLbl="sibTrans1D1" presStyleIdx="4" presStyleCnt="8"/>
      <dgm:spPr/>
    </dgm:pt>
    <dgm:pt modelId="{28FEE763-ECC1-4F6E-A9B1-B7E808BD05A6}" type="pres">
      <dgm:prSet presAssocID="{5670DC9C-39A6-4DE6-9155-958280F857B6}" presName="node" presStyleLbl="node1" presStyleIdx="5" presStyleCnt="9">
        <dgm:presLayoutVars>
          <dgm:bulletEnabled val="1"/>
        </dgm:presLayoutVars>
      </dgm:prSet>
      <dgm:spPr/>
    </dgm:pt>
    <dgm:pt modelId="{26FBCBDD-67D6-4151-A579-1A817D6E53ED}" type="pres">
      <dgm:prSet presAssocID="{79A5751A-74B2-44F1-BD98-C27AC45688BE}" presName="sibTrans" presStyleLbl="sibTrans1D1" presStyleIdx="5" presStyleCnt="8"/>
      <dgm:spPr/>
    </dgm:pt>
    <dgm:pt modelId="{13F3333B-42F2-46DF-9BDA-56ABEB47264C}" type="pres">
      <dgm:prSet presAssocID="{79A5751A-74B2-44F1-BD98-C27AC45688BE}" presName="connectorText" presStyleLbl="sibTrans1D1" presStyleIdx="5" presStyleCnt="8"/>
      <dgm:spPr/>
    </dgm:pt>
    <dgm:pt modelId="{8A097721-0985-40AD-B23E-F12688570137}" type="pres">
      <dgm:prSet presAssocID="{A5C41C15-6432-4B02-BB97-10918DA567F9}" presName="node" presStyleLbl="node1" presStyleIdx="6" presStyleCnt="9">
        <dgm:presLayoutVars>
          <dgm:bulletEnabled val="1"/>
        </dgm:presLayoutVars>
      </dgm:prSet>
      <dgm:spPr/>
    </dgm:pt>
    <dgm:pt modelId="{B8E12867-C97C-4511-8419-0E1A56664E17}" type="pres">
      <dgm:prSet presAssocID="{95FFE25E-25D8-4438-853D-41FE3166EF4B}" presName="sibTrans" presStyleLbl="sibTrans1D1" presStyleIdx="6" presStyleCnt="8"/>
      <dgm:spPr/>
    </dgm:pt>
    <dgm:pt modelId="{EEF40236-3C62-426F-AE58-492140D40117}" type="pres">
      <dgm:prSet presAssocID="{95FFE25E-25D8-4438-853D-41FE3166EF4B}" presName="connectorText" presStyleLbl="sibTrans1D1" presStyleIdx="6" presStyleCnt="8"/>
      <dgm:spPr/>
    </dgm:pt>
    <dgm:pt modelId="{8F021386-3CA5-4029-9858-80C483ECB009}" type="pres">
      <dgm:prSet presAssocID="{67B6D82F-A78A-4711-8A56-E86A1F63A6B1}" presName="node" presStyleLbl="node1" presStyleIdx="7" presStyleCnt="9">
        <dgm:presLayoutVars>
          <dgm:bulletEnabled val="1"/>
        </dgm:presLayoutVars>
      </dgm:prSet>
      <dgm:spPr/>
    </dgm:pt>
    <dgm:pt modelId="{02746126-2E88-4000-BEA9-EC2496C19ABE}" type="pres">
      <dgm:prSet presAssocID="{67BD0FA5-3D16-4CBB-8ECC-4A8E99B48FE5}" presName="sibTrans" presStyleLbl="sibTrans1D1" presStyleIdx="7" presStyleCnt="8"/>
      <dgm:spPr/>
    </dgm:pt>
    <dgm:pt modelId="{926041BC-833D-4464-A8CD-62376986E518}" type="pres">
      <dgm:prSet presAssocID="{67BD0FA5-3D16-4CBB-8ECC-4A8E99B48FE5}" presName="connectorText" presStyleLbl="sibTrans1D1" presStyleIdx="7" presStyleCnt="8"/>
      <dgm:spPr/>
    </dgm:pt>
    <dgm:pt modelId="{FA5248B5-9DC8-4CE7-AD31-7DD8A2AFE29D}" type="pres">
      <dgm:prSet presAssocID="{C01BBD85-BE08-4F0D-B5FE-15C2B0E9DA5E}" presName="node" presStyleLbl="node1" presStyleIdx="8" presStyleCnt="9">
        <dgm:presLayoutVars>
          <dgm:bulletEnabled val="1"/>
        </dgm:presLayoutVars>
      </dgm:prSet>
      <dgm:spPr/>
    </dgm:pt>
  </dgm:ptLst>
  <dgm:cxnLst>
    <dgm:cxn modelId="{4DE72906-D022-4F8D-A2CF-B02B757B88C6}" type="presOf" srcId="{36811F66-9D02-43DE-B9D7-9567A09EED9A}" destId="{FD9D6F76-2D06-49D6-A60F-5A45834A8E89}" srcOrd="0" destOrd="0" presId="urn:microsoft.com/office/officeart/2016/7/layout/RepeatingBendingProcessNew"/>
    <dgm:cxn modelId="{ADF2E909-5B68-427E-ABF7-BE62D42F7C67}" type="presOf" srcId="{67BD0FA5-3D16-4CBB-8ECC-4A8E99B48FE5}" destId="{926041BC-833D-4464-A8CD-62376986E518}" srcOrd="1" destOrd="0" presId="urn:microsoft.com/office/officeart/2016/7/layout/RepeatingBendingProcessNew"/>
    <dgm:cxn modelId="{5C6FC00E-7C61-47B9-94E0-A6AAE8BE1419}" srcId="{36811F66-9D02-43DE-B9D7-9567A09EED9A}" destId="{70F811D4-A8E3-4A96-9171-7040775FF0A4}" srcOrd="3" destOrd="0" parTransId="{553C797E-67D6-4B3D-82BA-81221795D95D}" sibTransId="{F11B48E9-EA43-4EF8-97C2-9BD0AB7701BA}"/>
    <dgm:cxn modelId="{A76D6617-2CD8-414F-8414-39419FEFC0F0}" srcId="{36811F66-9D02-43DE-B9D7-9567A09EED9A}" destId="{2AE32715-A964-4BDC-B43A-7ACD1A68EE4D}" srcOrd="0" destOrd="0" parTransId="{8AFFC0D3-525A-404F-A94D-97C002D08BE6}" sibTransId="{D51ED0E6-EF79-4E08-8FE9-4426628228FB}"/>
    <dgm:cxn modelId="{6CA51820-EB3E-41DA-962F-C684598FC55E}" type="presOf" srcId="{95FFE25E-25D8-4438-853D-41FE3166EF4B}" destId="{B8E12867-C97C-4511-8419-0E1A56664E17}" srcOrd="0" destOrd="0" presId="urn:microsoft.com/office/officeart/2016/7/layout/RepeatingBendingProcessNew"/>
    <dgm:cxn modelId="{B2CD1722-F5E7-42B0-8186-CAE638A4577A}" type="presOf" srcId="{D51ED0E6-EF79-4E08-8FE9-4426628228FB}" destId="{678CD198-7162-406C-B34B-66F018C63A74}" srcOrd="1" destOrd="0" presId="urn:microsoft.com/office/officeart/2016/7/layout/RepeatingBendingProcessNew"/>
    <dgm:cxn modelId="{C6F7B067-5CE6-4DD2-AB5E-9F236881E8A7}" srcId="{36811F66-9D02-43DE-B9D7-9567A09EED9A}" destId="{5670DC9C-39A6-4DE6-9155-958280F857B6}" srcOrd="5" destOrd="0" parTransId="{17D75290-C519-48B4-BA6B-88FE10682F24}" sibTransId="{79A5751A-74B2-44F1-BD98-C27AC45688BE}"/>
    <dgm:cxn modelId="{29EDF76C-8603-4C2A-BEBE-252B820BED18}" type="presOf" srcId="{67BD0FA5-3D16-4CBB-8ECC-4A8E99B48FE5}" destId="{02746126-2E88-4000-BEA9-EC2496C19ABE}" srcOrd="0" destOrd="0" presId="urn:microsoft.com/office/officeart/2016/7/layout/RepeatingBendingProcessNew"/>
    <dgm:cxn modelId="{EB06D94F-FDE6-4A97-8972-288632545C57}" type="presOf" srcId="{831F1CC7-6C85-4B1D-B456-36FC065431D7}" destId="{297C2090-9946-4F99-B71D-08AA56042C27}" srcOrd="0" destOrd="0" presId="urn:microsoft.com/office/officeart/2016/7/layout/RepeatingBendingProcessNew"/>
    <dgm:cxn modelId="{8D1C4553-217A-4AF9-9B7A-39D5FC93CEEB}" type="presOf" srcId="{831F1CC7-6C85-4B1D-B456-36FC065431D7}" destId="{4CAB41F8-1BF0-47C9-B73C-FF8A79E1476C}" srcOrd="1" destOrd="0" presId="urn:microsoft.com/office/officeart/2016/7/layout/RepeatingBendingProcessNew"/>
    <dgm:cxn modelId="{F8C60154-F991-45C5-8590-CBC9AD76D03C}" type="presOf" srcId="{67B6D82F-A78A-4711-8A56-E86A1F63A6B1}" destId="{8F021386-3CA5-4029-9858-80C483ECB009}" srcOrd="0" destOrd="0" presId="urn:microsoft.com/office/officeart/2016/7/layout/RepeatingBendingProcessNew"/>
    <dgm:cxn modelId="{2B1C9E56-1E6E-4378-9C0B-5EAC2DC9150B}" type="presOf" srcId="{5670DC9C-39A6-4DE6-9155-958280F857B6}" destId="{28FEE763-ECC1-4F6E-A9B1-B7E808BD05A6}" srcOrd="0" destOrd="0" presId="urn:microsoft.com/office/officeart/2016/7/layout/RepeatingBendingProcessNew"/>
    <dgm:cxn modelId="{0FFC5759-12BB-4179-892F-EE822D201B7D}" srcId="{36811F66-9D02-43DE-B9D7-9567A09EED9A}" destId="{C01BBD85-BE08-4F0D-B5FE-15C2B0E9DA5E}" srcOrd="8" destOrd="0" parTransId="{32CFE205-EFC3-4D61-B6DA-3AF67023E6C2}" sibTransId="{144C31B2-EBFB-4199-80E9-EDAC8B14DDE9}"/>
    <dgm:cxn modelId="{17598B7D-90E3-45DD-A3EC-50AC57363DE6}" type="presOf" srcId="{A5C41C15-6432-4B02-BB97-10918DA567F9}" destId="{8A097721-0985-40AD-B23E-F12688570137}" srcOrd="0" destOrd="0" presId="urn:microsoft.com/office/officeart/2016/7/layout/RepeatingBendingProcessNew"/>
    <dgm:cxn modelId="{B2AFE17D-F7D3-4219-BD58-8EBF0A8CB09B}" type="presOf" srcId="{F11B48E9-EA43-4EF8-97C2-9BD0AB7701BA}" destId="{9573E3A3-54A1-4085-A573-1E2A33E6BD3E}" srcOrd="0" destOrd="0" presId="urn:microsoft.com/office/officeart/2016/7/layout/RepeatingBendingProcessNew"/>
    <dgm:cxn modelId="{44B6247F-676E-4F7B-AB16-ECD6316A68A2}" type="presOf" srcId="{9BF57561-162A-4D28-AE6F-7A8D061702F2}" destId="{F919D37E-CEAE-4A42-92DF-CD2FBB40A472}" srcOrd="0" destOrd="0" presId="urn:microsoft.com/office/officeart/2016/7/layout/RepeatingBendingProcessNew"/>
    <dgm:cxn modelId="{D74D4080-9971-4243-AFEC-644EC17416F1}" type="presOf" srcId="{1E621A25-C062-40E4-A8C1-A40C1F0D8212}" destId="{0BB7CDAA-24BE-4CD9-81EB-F90057D78CBF}" srcOrd="0" destOrd="0" presId="urn:microsoft.com/office/officeart/2016/7/layout/RepeatingBendingProcessNew"/>
    <dgm:cxn modelId="{A435569E-2224-4B8B-A965-1F38CB7EC823}" type="presOf" srcId="{C01BBD85-BE08-4F0D-B5FE-15C2B0E9DA5E}" destId="{FA5248B5-9DC8-4CE7-AD31-7DD8A2AFE29D}" srcOrd="0" destOrd="0" presId="urn:microsoft.com/office/officeart/2016/7/layout/RepeatingBendingProcessNew"/>
    <dgm:cxn modelId="{9178DB9E-3761-407B-BE18-72FF1F3C7C07}" type="presOf" srcId="{1E621A25-C062-40E4-A8C1-A40C1F0D8212}" destId="{0604EE3B-709B-436D-A688-BE4D6F6A0549}" srcOrd="1" destOrd="0" presId="urn:microsoft.com/office/officeart/2016/7/layout/RepeatingBendingProcessNew"/>
    <dgm:cxn modelId="{E2CE0CA3-EAB7-4D66-A999-6FB5DBFC9270}" type="presOf" srcId="{2AE32715-A964-4BDC-B43A-7ACD1A68EE4D}" destId="{8079583C-15FF-48A8-A3FE-A0393247C522}" srcOrd="0" destOrd="0" presId="urn:microsoft.com/office/officeart/2016/7/layout/RepeatingBendingProcessNew"/>
    <dgm:cxn modelId="{C81797A3-3C44-43B8-B203-34F92D9CA2F2}" type="presOf" srcId="{3EE64B7D-6B88-45FC-BB07-80D4122CD084}" destId="{D09984A1-B3A2-47AB-B496-DB851B36B403}" srcOrd="1" destOrd="0" presId="urn:microsoft.com/office/officeart/2016/7/layout/RepeatingBendingProcessNew"/>
    <dgm:cxn modelId="{C4122BBA-9936-4D5F-A316-3FA7687D3628}" type="presOf" srcId="{B54E64DC-5F22-477F-8BD6-BD77EB838D85}" destId="{7103EF2B-D798-44F6-9B3E-6908D72A3EC6}" srcOrd="0" destOrd="0" presId="urn:microsoft.com/office/officeart/2016/7/layout/RepeatingBendingProcessNew"/>
    <dgm:cxn modelId="{328DCACD-9A86-4392-A325-89FF950391D4}" type="presOf" srcId="{D51ED0E6-EF79-4E08-8FE9-4426628228FB}" destId="{9162B8BA-1BFB-44A9-82DD-03FDCE8F5A7E}" srcOrd="0" destOrd="0" presId="urn:microsoft.com/office/officeart/2016/7/layout/RepeatingBendingProcessNew"/>
    <dgm:cxn modelId="{E8B2AED3-49B1-42A8-8C79-1511B34ABB91}" type="presOf" srcId="{79A5751A-74B2-44F1-BD98-C27AC45688BE}" destId="{13F3333B-42F2-46DF-9BDA-56ABEB47264C}" srcOrd="1" destOrd="0" presId="urn:microsoft.com/office/officeart/2016/7/layout/RepeatingBendingProcessNew"/>
    <dgm:cxn modelId="{6BB315D7-8127-455F-8B58-CAE79AB804C8}" srcId="{36811F66-9D02-43DE-B9D7-9567A09EED9A}" destId="{B54E64DC-5F22-477F-8BD6-BD77EB838D85}" srcOrd="1" destOrd="0" parTransId="{AA4FE6BF-4748-4692-837E-C0EFC5AFE3F1}" sibTransId="{831F1CC7-6C85-4B1D-B456-36FC065431D7}"/>
    <dgm:cxn modelId="{8B7E36D9-A930-476C-85F1-8297A705701D}" srcId="{36811F66-9D02-43DE-B9D7-9567A09EED9A}" destId="{6D395462-1F17-46F2-87DF-B16DE5651E9F}" srcOrd="4" destOrd="0" parTransId="{5B7D1AEC-BB82-4524-8FCE-04F9F888F35F}" sibTransId="{1E621A25-C062-40E4-A8C1-A40C1F0D8212}"/>
    <dgm:cxn modelId="{C3DAFADD-4F51-4B5D-B6F4-0A72B954B064}" type="presOf" srcId="{3EE64B7D-6B88-45FC-BB07-80D4122CD084}" destId="{38D5A1C5-EF92-4C0E-BD9A-5B0564051EEC}" srcOrd="0" destOrd="0" presId="urn:microsoft.com/office/officeart/2016/7/layout/RepeatingBendingProcessNew"/>
    <dgm:cxn modelId="{FA42F5E1-CCF1-4191-94CD-14DE70AAAE96}" type="presOf" srcId="{79A5751A-74B2-44F1-BD98-C27AC45688BE}" destId="{26FBCBDD-67D6-4151-A579-1A817D6E53ED}" srcOrd="0" destOrd="0" presId="urn:microsoft.com/office/officeart/2016/7/layout/RepeatingBendingProcessNew"/>
    <dgm:cxn modelId="{8DB591E3-0C96-4153-89C3-0B52A538B85E}" type="presOf" srcId="{95FFE25E-25D8-4438-853D-41FE3166EF4B}" destId="{EEF40236-3C62-426F-AE58-492140D40117}" srcOrd="1" destOrd="0" presId="urn:microsoft.com/office/officeart/2016/7/layout/RepeatingBendingProcessNew"/>
    <dgm:cxn modelId="{95175CE9-1B77-4A30-9D76-0C9313D827D5}" srcId="{36811F66-9D02-43DE-B9D7-9567A09EED9A}" destId="{A5C41C15-6432-4B02-BB97-10918DA567F9}" srcOrd="6" destOrd="0" parTransId="{4AC72880-69FC-4714-A769-113394341656}" sibTransId="{95FFE25E-25D8-4438-853D-41FE3166EF4B}"/>
    <dgm:cxn modelId="{39F86AEC-9BCB-42A0-AB42-CA77CB17EBB4}" type="presOf" srcId="{6D395462-1F17-46F2-87DF-B16DE5651E9F}" destId="{A3F6A812-0095-4869-9C75-359CC629628A}" srcOrd="0" destOrd="0" presId="urn:microsoft.com/office/officeart/2016/7/layout/RepeatingBendingProcessNew"/>
    <dgm:cxn modelId="{1F5763EE-DFC4-4D15-871D-17E0B5E46490}" type="presOf" srcId="{70F811D4-A8E3-4A96-9171-7040775FF0A4}" destId="{B7B0A7A8-BA42-46C5-BAE1-7DDE7EC2CBED}" srcOrd="0" destOrd="0" presId="urn:microsoft.com/office/officeart/2016/7/layout/RepeatingBendingProcessNew"/>
    <dgm:cxn modelId="{257F63EE-FE01-44B8-91F6-8604F3442A03}" srcId="{36811F66-9D02-43DE-B9D7-9567A09EED9A}" destId="{9BF57561-162A-4D28-AE6F-7A8D061702F2}" srcOrd="2" destOrd="0" parTransId="{9500CB0E-EA1B-4760-BF86-D19FA277FCBC}" sibTransId="{3EE64B7D-6B88-45FC-BB07-80D4122CD084}"/>
    <dgm:cxn modelId="{06B2F5FC-1203-4AE9-B028-1A40689FACB0}" srcId="{36811F66-9D02-43DE-B9D7-9567A09EED9A}" destId="{67B6D82F-A78A-4711-8A56-E86A1F63A6B1}" srcOrd="7" destOrd="0" parTransId="{03697067-B97E-47FC-9349-7A2A20BCADAD}" sibTransId="{67BD0FA5-3D16-4CBB-8ECC-4A8E99B48FE5}"/>
    <dgm:cxn modelId="{3E8EC1FF-C6D3-480A-91AD-647A6EAA1E92}" type="presOf" srcId="{F11B48E9-EA43-4EF8-97C2-9BD0AB7701BA}" destId="{0C1CC344-BD5E-44DD-84C2-C664E023546B}" srcOrd="1" destOrd="0" presId="urn:microsoft.com/office/officeart/2016/7/layout/RepeatingBendingProcessNew"/>
    <dgm:cxn modelId="{635D2869-5104-4AAB-8987-3BED6F21820F}" type="presParOf" srcId="{FD9D6F76-2D06-49D6-A60F-5A45834A8E89}" destId="{8079583C-15FF-48A8-A3FE-A0393247C522}" srcOrd="0" destOrd="0" presId="urn:microsoft.com/office/officeart/2016/7/layout/RepeatingBendingProcessNew"/>
    <dgm:cxn modelId="{43AA4DC2-A8FB-47AD-9849-36C9CE9C398C}" type="presParOf" srcId="{FD9D6F76-2D06-49D6-A60F-5A45834A8E89}" destId="{9162B8BA-1BFB-44A9-82DD-03FDCE8F5A7E}" srcOrd="1" destOrd="0" presId="urn:microsoft.com/office/officeart/2016/7/layout/RepeatingBendingProcessNew"/>
    <dgm:cxn modelId="{5B64375B-90F3-4366-A673-C452D24DC576}" type="presParOf" srcId="{9162B8BA-1BFB-44A9-82DD-03FDCE8F5A7E}" destId="{678CD198-7162-406C-B34B-66F018C63A74}" srcOrd="0" destOrd="0" presId="urn:microsoft.com/office/officeart/2016/7/layout/RepeatingBendingProcessNew"/>
    <dgm:cxn modelId="{6A3944F4-C51D-45D4-B248-CBA2F4F17EAC}" type="presParOf" srcId="{FD9D6F76-2D06-49D6-A60F-5A45834A8E89}" destId="{7103EF2B-D798-44F6-9B3E-6908D72A3EC6}" srcOrd="2" destOrd="0" presId="urn:microsoft.com/office/officeart/2016/7/layout/RepeatingBendingProcessNew"/>
    <dgm:cxn modelId="{029D7BED-2AFF-48F9-9B03-3A8C0BBF65B7}" type="presParOf" srcId="{FD9D6F76-2D06-49D6-A60F-5A45834A8E89}" destId="{297C2090-9946-4F99-B71D-08AA56042C27}" srcOrd="3" destOrd="0" presId="urn:microsoft.com/office/officeart/2016/7/layout/RepeatingBendingProcessNew"/>
    <dgm:cxn modelId="{842E7FA1-FF0E-4DEF-BD2D-49E928D20C39}" type="presParOf" srcId="{297C2090-9946-4F99-B71D-08AA56042C27}" destId="{4CAB41F8-1BF0-47C9-B73C-FF8A79E1476C}" srcOrd="0" destOrd="0" presId="urn:microsoft.com/office/officeart/2016/7/layout/RepeatingBendingProcessNew"/>
    <dgm:cxn modelId="{BC2B769B-8BE4-4711-A131-9383418BC33B}" type="presParOf" srcId="{FD9D6F76-2D06-49D6-A60F-5A45834A8E89}" destId="{F919D37E-CEAE-4A42-92DF-CD2FBB40A472}" srcOrd="4" destOrd="0" presId="urn:microsoft.com/office/officeart/2016/7/layout/RepeatingBendingProcessNew"/>
    <dgm:cxn modelId="{3933265B-B5B0-4FCF-8848-EC45B09CE4B6}" type="presParOf" srcId="{FD9D6F76-2D06-49D6-A60F-5A45834A8E89}" destId="{38D5A1C5-EF92-4C0E-BD9A-5B0564051EEC}" srcOrd="5" destOrd="0" presId="urn:microsoft.com/office/officeart/2016/7/layout/RepeatingBendingProcessNew"/>
    <dgm:cxn modelId="{DA13FD65-F6CF-4C12-A85F-B8BEF8785093}" type="presParOf" srcId="{38D5A1C5-EF92-4C0E-BD9A-5B0564051EEC}" destId="{D09984A1-B3A2-47AB-B496-DB851B36B403}" srcOrd="0" destOrd="0" presId="urn:microsoft.com/office/officeart/2016/7/layout/RepeatingBendingProcessNew"/>
    <dgm:cxn modelId="{3A9E53E5-6600-4775-863D-95E51D0D7FD8}" type="presParOf" srcId="{FD9D6F76-2D06-49D6-A60F-5A45834A8E89}" destId="{B7B0A7A8-BA42-46C5-BAE1-7DDE7EC2CBED}" srcOrd="6" destOrd="0" presId="urn:microsoft.com/office/officeart/2016/7/layout/RepeatingBendingProcessNew"/>
    <dgm:cxn modelId="{BFBF78AC-EA60-4EAF-B307-6978CAC56D08}" type="presParOf" srcId="{FD9D6F76-2D06-49D6-A60F-5A45834A8E89}" destId="{9573E3A3-54A1-4085-A573-1E2A33E6BD3E}" srcOrd="7" destOrd="0" presId="urn:microsoft.com/office/officeart/2016/7/layout/RepeatingBendingProcessNew"/>
    <dgm:cxn modelId="{F83B50D7-9C8F-4D23-BF26-3DF24AF72DB1}" type="presParOf" srcId="{9573E3A3-54A1-4085-A573-1E2A33E6BD3E}" destId="{0C1CC344-BD5E-44DD-84C2-C664E023546B}" srcOrd="0" destOrd="0" presId="urn:microsoft.com/office/officeart/2016/7/layout/RepeatingBendingProcessNew"/>
    <dgm:cxn modelId="{F3EB3880-18BE-4548-97A9-F144C526C7E3}" type="presParOf" srcId="{FD9D6F76-2D06-49D6-A60F-5A45834A8E89}" destId="{A3F6A812-0095-4869-9C75-359CC629628A}" srcOrd="8" destOrd="0" presId="urn:microsoft.com/office/officeart/2016/7/layout/RepeatingBendingProcessNew"/>
    <dgm:cxn modelId="{ACA51BD9-19FC-4364-BFA2-310EEEA48B7D}" type="presParOf" srcId="{FD9D6F76-2D06-49D6-A60F-5A45834A8E89}" destId="{0BB7CDAA-24BE-4CD9-81EB-F90057D78CBF}" srcOrd="9" destOrd="0" presId="urn:microsoft.com/office/officeart/2016/7/layout/RepeatingBendingProcessNew"/>
    <dgm:cxn modelId="{69B73F1F-8E43-41BA-9F7D-08371F8436DF}" type="presParOf" srcId="{0BB7CDAA-24BE-4CD9-81EB-F90057D78CBF}" destId="{0604EE3B-709B-436D-A688-BE4D6F6A0549}" srcOrd="0" destOrd="0" presId="urn:microsoft.com/office/officeart/2016/7/layout/RepeatingBendingProcessNew"/>
    <dgm:cxn modelId="{3061BB45-35A3-48D0-BFE0-D22099DF312C}" type="presParOf" srcId="{FD9D6F76-2D06-49D6-A60F-5A45834A8E89}" destId="{28FEE763-ECC1-4F6E-A9B1-B7E808BD05A6}" srcOrd="10" destOrd="0" presId="urn:microsoft.com/office/officeart/2016/7/layout/RepeatingBendingProcessNew"/>
    <dgm:cxn modelId="{2D09B112-F5D4-43F6-B07D-C09128D770A0}" type="presParOf" srcId="{FD9D6F76-2D06-49D6-A60F-5A45834A8E89}" destId="{26FBCBDD-67D6-4151-A579-1A817D6E53ED}" srcOrd="11" destOrd="0" presId="urn:microsoft.com/office/officeart/2016/7/layout/RepeatingBendingProcessNew"/>
    <dgm:cxn modelId="{8617195F-13AB-40B0-BB10-08F3DB68E0C3}" type="presParOf" srcId="{26FBCBDD-67D6-4151-A579-1A817D6E53ED}" destId="{13F3333B-42F2-46DF-9BDA-56ABEB47264C}" srcOrd="0" destOrd="0" presId="urn:microsoft.com/office/officeart/2016/7/layout/RepeatingBendingProcessNew"/>
    <dgm:cxn modelId="{F6580F21-F51D-4E78-B11F-87B57B77D2CB}" type="presParOf" srcId="{FD9D6F76-2D06-49D6-A60F-5A45834A8E89}" destId="{8A097721-0985-40AD-B23E-F12688570137}" srcOrd="12" destOrd="0" presId="urn:microsoft.com/office/officeart/2016/7/layout/RepeatingBendingProcessNew"/>
    <dgm:cxn modelId="{4146B651-46BF-44DE-BB3E-CD7A667E27DA}" type="presParOf" srcId="{FD9D6F76-2D06-49D6-A60F-5A45834A8E89}" destId="{B8E12867-C97C-4511-8419-0E1A56664E17}" srcOrd="13" destOrd="0" presId="urn:microsoft.com/office/officeart/2016/7/layout/RepeatingBendingProcessNew"/>
    <dgm:cxn modelId="{1BC6D75B-5606-4165-A9B4-9F383954FCFE}" type="presParOf" srcId="{B8E12867-C97C-4511-8419-0E1A56664E17}" destId="{EEF40236-3C62-426F-AE58-492140D40117}" srcOrd="0" destOrd="0" presId="urn:microsoft.com/office/officeart/2016/7/layout/RepeatingBendingProcessNew"/>
    <dgm:cxn modelId="{BF5E575F-0132-4EFA-9C44-2234190DBE8F}" type="presParOf" srcId="{FD9D6F76-2D06-49D6-A60F-5A45834A8E89}" destId="{8F021386-3CA5-4029-9858-80C483ECB009}" srcOrd="14" destOrd="0" presId="urn:microsoft.com/office/officeart/2016/7/layout/RepeatingBendingProcessNew"/>
    <dgm:cxn modelId="{89A602DD-1B3A-4307-9CC4-AC68EDD7685B}" type="presParOf" srcId="{FD9D6F76-2D06-49D6-A60F-5A45834A8E89}" destId="{02746126-2E88-4000-BEA9-EC2496C19ABE}" srcOrd="15" destOrd="0" presId="urn:microsoft.com/office/officeart/2016/7/layout/RepeatingBendingProcessNew"/>
    <dgm:cxn modelId="{5BEA33F0-D5E8-4486-B0D1-331774051FB0}" type="presParOf" srcId="{02746126-2E88-4000-BEA9-EC2496C19ABE}" destId="{926041BC-833D-4464-A8CD-62376986E518}" srcOrd="0" destOrd="0" presId="urn:microsoft.com/office/officeart/2016/7/layout/RepeatingBendingProcessNew"/>
    <dgm:cxn modelId="{D2044EF8-6833-420D-9212-3352F9398E66}" type="presParOf" srcId="{FD9D6F76-2D06-49D6-A60F-5A45834A8E89}" destId="{FA5248B5-9DC8-4CE7-AD31-7DD8A2AFE29D}" srcOrd="16"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0E76FC7-B72F-486F-AA0D-12150AB168A7}"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A68D468B-154D-4E9B-8090-458CC476D43E}">
      <dgm:prSet/>
      <dgm:spPr/>
      <dgm:t>
        <a:bodyPr/>
        <a:lstStyle/>
        <a:p>
          <a:pPr>
            <a:lnSpc>
              <a:spcPct val="100000"/>
            </a:lnSpc>
          </a:pPr>
          <a:r>
            <a:rPr lang="en-US" dirty="0"/>
            <a:t>Node.js = used as java script runtime environment</a:t>
          </a:r>
        </a:p>
      </dgm:t>
    </dgm:pt>
    <dgm:pt modelId="{B38758B2-5A2D-4ACC-A1B4-7D61119A69D1}" type="parTrans" cxnId="{3B6D2910-8EE7-405A-B971-5EEBCE744D80}">
      <dgm:prSet/>
      <dgm:spPr/>
      <dgm:t>
        <a:bodyPr/>
        <a:lstStyle/>
        <a:p>
          <a:endParaRPr lang="en-US"/>
        </a:p>
      </dgm:t>
    </dgm:pt>
    <dgm:pt modelId="{08AE11DF-BF8C-4F5E-9597-0FEAAB5EC401}" type="sibTrans" cxnId="{3B6D2910-8EE7-405A-B971-5EEBCE744D80}">
      <dgm:prSet/>
      <dgm:spPr/>
      <dgm:t>
        <a:bodyPr/>
        <a:lstStyle/>
        <a:p>
          <a:endParaRPr lang="en-US"/>
        </a:p>
      </dgm:t>
    </dgm:pt>
    <dgm:pt modelId="{C946D755-050D-42B0-AF94-2FAB19A5ED62}">
      <dgm:prSet/>
      <dgm:spPr/>
      <dgm:t>
        <a:bodyPr/>
        <a:lstStyle/>
        <a:p>
          <a:pPr>
            <a:lnSpc>
              <a:spcPct val="100000"/>
            </a:lnSpc>
          </a:pPr>
          <a:r>
            <a:rPr lang="en-US" dirty="0"/>
            <a:t>Express.js = used for creating back-end APIs </a:t>
          </a:r>
        </a:p>
      </dgm:t>
    </dgm:pt>
    <dgm:pt modelId="{A1362BEB-FA6B-4324-97E0-A26D62F0D56E}" type="parTrans" cxnId="{EBB3D348-F38A-4BFB-B58E-7238CA193B4D}">
      <dgm:prSet/>
      <dgm:spPr/>
      <dgm:t>
        <a:bodyPr/>
        <a:lstStyle/>
        <a:p>
          <a:endParaRPr lang="en-US"/>
        </a:p>
      </dgm:t>
    </dgm:pt>
    <dgm:pt modelId="{8AA278D3-60B2-42B0-B9B3-F51581E5CD23}" type="sibTrans" cxnId="{EBB3D348-F38A-4BFB-B58E-7238CA193B4D}">
      <dgm:prSet/>
      <dgm:spPr/>
      <dgm:t>
        <a:bodyPr/>
        <a:lstStyle/>
        <a:p>
          <a:endParaRPr lang="en-US"/>
        </a:p>
      </dgm:t>
    </dgm:pt>
    <dgm:pt modelId="{DE44D898-D3B4-428C-8816-3B62BC024449}">
      <dgm:prSet/>
      <dgm:spPr/>
      <dgm:t>
        <a:bodyPr/>
        <a:lstStyle/>
        <a:p>
          <a:pPr>
            <a:lnSpc>
              <a:spcPct val="100000"/>
            </a:lnSpc>
          </a:pPr>
          <a:r>
            <a:rPr lang="en-US" dirty="0"/>
            <a:t>Node-mailer = used to send emails to the user </a:t>
          </a:r>
        </a:p>
      </dgm:t>
    </dgm:pt>
    <dgm:pt modelId="{BD4303CF-AC1F-460E-B87B-1C3030AF6C58}" type="parTrans" cxnId="{D254F841-DFA7-44C7-B67D-AAE6A565FA7E}">
      <dgm:prSet/>
      <dgm:spPr/>
      <dgm:t>
        <a:bodyPr/>
        <a:lstStyle/>
        <a:p>
          <a:endParaRPr lang="en-US"/>
        </a:p>
      </dgm:t>
    </dgm:pt>
    <dgm:pt modelId="{13F5577D-0291-4C33-B421-64B1AACE2CD8}" type="sibTrans" cxnId="{D254F841-DFA7-44C7-B67D-AAE6A565FA7E}">
      <dgm:prSet/>
      <dgm:spPr/>
      <dgm:t>
        <a:bodyPr/>
        <a:lstStyle/>
        <a:p>
          <a:endParaRPr lang="en-US"/>
        </a:p>
      </dgm:t>
    </dgm:pt>
    <dgm:pt modelId="{0A451016-72FA-4FDA-A56B-2621AB903B8B}" type="pres">
      <dgm:prSet presAssocID="{B0E76FC7-B72F-486F-AA0D-12150AB168A7}" presName="root" presStyleCnt="0">
        <dgm:presLayoutVars>
          <dgm:dir/>
          <dgm:resizeHandles val="exact"/>
        </dgm:presLayoutVars>
      </dgm:prSet>
      <dgm:spPr/>
    </dgm:pt>
    <dgm:pt modelId="{BFBA2416-9FDF-4932-BD93-24F4F50E5F62}" type="pres">
      <dgm:prSet presAssocID="{A68D468B-154D-4E9B-8090-458CC476D43E}" presName="compNode" presStyleCnt="0"/>
      <dgm:spPr/>
    </dgm:pt>
    <dgm:pt modelId="{992E8E04-0168-4C66-BDF9-F7480566467B}" type="pres">
      <dgm:prSet presAssocID="{A68D468B-154D-4E9B-8090-458CC476D43E}" presName="bgRect" presStyleLbl="bgShp" presStyleIdx="0" presStyleCnt="3"/>
      <dgm:spPr/>
    </dgm:pt>
    <dgm:pt modelId="{B946CC74-89BB-449A-918E-973378A0A5E9}" type="pres">
      <dgm:prSet presAssocID="{A68D468B-154D-4E9B-8090-458CC476D43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Network Diagram"/>
        </a:ext>
      </dgm:extLst>
    </dgm:pt>
    <dgm:pt modelId="{A08C1B62-182A-47C5-8036-3DD362B10B36}" type="pres">
      <dgm:prSet presAssocID="{A68D468B-154D-4E9B-8090-458CC476D43E}" presName="spaceRect" presStyleCnt="0"/>
      <dgm:spPr/>
    </dgm:pt>
    <dgm:pt modelId="{3A091CBC-75CD-4DDD-BEFD-6EA4802C4BD2}" type="pres">
      <dgm:prSet presAssocID="{A68D468B-154D-4E9B-8090-458CC476D43E}" presName="parTx" presStyleLbl="revTx" presStyleIdx="0" presStyleCnt="3">
        <dgm:presLayoutVars>
          <dgm:chMax val="0"/>
          <dgm:chPref val="0"/>
        </dgm:presLayoutVars>
      </dgm:prSet>
      <dgm:spPr/>
    </dgm:pt>
    <dgm:pt modelId="{242775F3-F8D0-42FE-BF68-1A489C27DDD6}" type="pres">
      <dgm:prSet presAssocID="{08AE11DF-BF8C-4F5E-9597-0FEAAB5EC401}" presName="sibTrans" presStyleCnt="0"/>
      <dgm:spPr/>
    </dgm:pt>
    <dgm:pt modelId="{502EF0EC-04C8-4D91-A73C-8D289C3F9A1E}" type="pres">
      <dgm:prSet presAssocID="{C946D755-050D-42B0-AF94-2FAB19A5ED62}" presName="compNode" presStyleCnt="0"/>
      <dgm:spPr/>
    </dgm:pt>
    <dgm:pt modelId="{43223FD0-8E8A-4AE1-8092-2C41A8D6CA9E}" type="pres">
      <dgm:prSet presAssocID="{C946D755-050D-42B0-AF94-2FAB19A5ED62}" presName="bgRect" presStyleLbl="bgShp" presStyleIdx="1" presStyleCnt="3"/>
      <dgm:spPr/>
    </dgm:pt>
    <dgm:pt modelId="{8C657BF6-D02D-4E64-AF7E-37A9262905AC}" type="pres">
      <dgm:prSet presAssocID="{C946D755-050D-42B0-AF94-2FAB19A5ED6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able"/>
        </a:ext>
      </dgm:extLst>
    </dgm:pt>
    <dgm:pt modelId="{997AB29D-9620-46CE-8C88-030ACB22BD57}" type="pres">
      <dgm:prSet presAssocID="{C946D755-050D-42B0-AF94-2FAB19A5ED62}" presName="spaceRect" presStyleCnt="0"/>
      <dgm:spPr/>
    </dgm:pt>
    <dgm:pt modelId="{B30B61F0-0762-4043-85A4-20BB60836FDE}" type="pres">
      <dgm:prSet presAssocID="{C946D755-050D-42B0-AF94-2FAB19A5ED62}" presName="parTx" presStyleLbl="revTx" presStyleIdx="1" presStyleCnt="3">
        <dgm:presLayoutVars>
          <dgm:chMax val="0"/>
          <dgm:chPref val="0"/>
        </dgm:presLayoutVars>
      </dgm:prSet>
      <dgm:spPr/>
    </dgm:pt>
    <dgm:pt modelId="{965C98A0-E99F-42EF-88DA-C07FB12B8E3A}" type="pres">
      <dgm:prSet presAssocID="{8AA278D3-60B2-42B0-B9B3-F51581E5CD23}" presName="sibTrans" presStyleCnt="0"/>
      <dgm:spPr/>
    </dgm:pt>
    <dgm:pt modelId="{7FE6F419-B397-41EB-A4D2-433E924BBB36}" type="pres">
      <dgm:prSet presAssocID="{DE44D898-D3B4-428C-8816-3B62BC024449}" presName="compNode" presStyleCnt="0"/>
      <dgm:spPr/>
    </dgm:pt>
    <dgm:pt modelId="{AFDD8A96-0A92-4FEA-889A-078F91DD67EA}" type="pres">
      <dgm:prSet presAssocID="{DE44D898-D3B4-428C-8816-3B62BC024449}" presName="bgRect" presStyleLbl="bgShp" presStyleIdx="2" presStyleCnt="3"/>
      <dgm:spPr/>
    </dgm:pt>
    <dgm:pt modelId="{C4D1B1EF-3D3C-4C98-9CD3-CD9373E642F7}" type="pres">
      <dgm:prSet presAssocID="{DE44D898-D3B4-428C-8816-3B62BC024449}" presName="iconRect" presStyleLbl="node1" presStyleIdx="2" presStyleCnt="3" custLinFactNeighborX="-799" custLinFactNeighborY="-29959"/>
      <dgm:spPr/>
    </dgm:pt>
    <dgm:pt modelId="{EF7AD67C-253A-419B-895E-AAED6FCC18EA}" type="pres">
      <dgm:prSet presAssocID="{DE44D898-D3B4-428C-8816-3B62BC024449}" presName="spaceRect" presStyleCnt="0"/>
      <dgm:spPr/>
    </dgm:pt>
    <dgm:pt modelId="{A960843F-73F5-48A1-93B7-ADE1F954DDFC}" type="pres">
      <dgm:prSet presAssocID="{DE44D898-D3B4-428C-8816-3B62BC024449}" presName="parTx" presStyleLbl="revTx" presStyleIdx="2" presStyleCnt="3">
        <dgm:presLayoutVars>
          <dgm:chMax val="0"/>
          <dgm:chPref val="0"/>
        </dgm:presLayoutVars>
      </dgm:prSet>
      <dgm:spPr/>
    </dgm:pt>
  </dgm:ptLst>
  <dgm:cxnLst>
    <dgm:cxn modelId="{3B6D2910-8EE7-405A-B971-5EEBCE744D80}" srcId="{B0E76FC7-B72F-486F-AA0D-12150AB168A7}" destId="{A68D468B-154D-4E9B-8090-458CC476D43E}" srcOrd="0" destOrd="0" parTransId="{B38758B2-5A2D-4ACC-A1B4-7D61119A69D1}" sibTransId="{08AE11DF-BF8C-4F5E-9597-0FEAAB5EC401}"/>
    <dgm:cxn modelId="{7A7D6320-73B8-4919-9238-6FE4CEF190C4}" type="presOf" srcId="{DE44D898-D3B4-428C-8816-3B62BC024449}" destId="{A960843F-73F5-48A1-93B7-ADE1F954DDFC}" srcOrd="0" destOrd="0" presId="urn:microsoft.com/office/officeart/2018/2/layout/IconVerticalSolidList"/>
    <dgm:cxn modelId="{D254F841-DFA7-44C7-B67D-AAE6A565FA7E}" srcId="{B0E76FC7-B72F-486F-AA0D-12150AB168A7}" destId="{DE44D898-D3B4-428C-8816-3B62BC024449}" srcOrd="2" destOrd="0" parTransId="{BD4303CF-AC1F-460E-B87B-1C3030AF6C58}" sibTransId="{13F5577D-0291-4C33-B421-64B1AACE2CD8}"/>
    <dgm:cxn modelId="{EBB3D348-F38A-4BFB-B58E-7238CA193B4D}" srcId="{B0E76FC7-B72F-486F-AA0D-12150AB168A7}" destId="{C946D755-050D-42B0-AF94-2FAB19A5ED62}" srcOrd="1" destOrd="0" parTransId="{A1362BEB-FA6B-4324-97E0-A26D62F0D56E}" sibTransId="{8AA278D3-60B2-42B0-B9B3-F51581E5CD23}"/>
    <dgm:cxn modelId="{5F671B88-BBB9-44EB-A4A0-A6E61B63E196}" type="presOf" srcId="{B0E76FC7-B72F-486F-AA0D-12150AB168A7}" destId="{0A451016-72FA-4FDA-A56B-2621AB903B8B}" srcOrd="0" destOrd="0" presId="urn:microsoft.com/office/officeart/2018/2/layout/IconVerticalSolidList"/>
    <dgm:cxn modelId="{84FB0B99-80DD-45D5-965D-3A7377832094}" type="presOf" srcId="{C946D755-050D-42B0-AF94-2FAB19A5ED62}" destId="{B30B61F0-0762-4043-85A4-20BB60836FDE}" srcOrd="0" destOrd="0" presId="urn:microsoft.com/office/officeart/2018/2/layout/IconVerticalSolidList"/>
    <dgm:cxn modelId="{16477CEF-B30E-4FC7-B932-F6318F21ACF0}" type="presOf" srcId="{A68D468B-154D-4E9B-8090-458CC476D43E}" destId="{3A091CBC-75CD-4DDD-BEFD-6EA4802C4BD2}" srcOrd="0" destOrd="0" presId="urn:microsoft.com/office/officeart/2018/2/layout/IconVerticalSolidList"/>
    <dgm:cxn modelId="{F53FB23A-1B4D-4FBB-A65A-5A9DE3F3BBC4}" type="presParOf" srcId="{0A451016-72FA-4FDA-A56B-2621AB903B8B}" destId="{BFBA2416-9FDF-4932-BD93-24F4F50E5F62}" srcOrd="0" destOrd="0" presId="urn:microsoft.com/office/officeart/2018/2/layout/IconVerticalSolidList"/>
    <dgm:cxn modelId="{558B9183-461E-4C55-8269-B743D3AC6012}" type="presParOf" srcId="{BFBA2416-9FDF-4932-BD93-24F4F50E5F62}" destId="{992E8E04-0168-4C66-BDF9-F7480566467B}" srcOrd="0" destOrd="0" presId="urn:microsoft.com/office/officeart/2018/2/layout/IconVerticalSolidList"/>
    <dgm:cxn modelId="{D0DAE09A-1618-4914-B5C6-3D67E468847F}" type="presParOf" srcId="{BFBA2416-9FDF-4932-BD93-24F4F50E5F62}" destId="{B946CC74-89BB-449A-918E-973378A0A5E9}" srcOrd="1" destOrd="0" presId="urn:microsoft.com/office/officeart/2018/2/layout/IconVerticalSolidList"/>
    <dgm:cxn modelId="{85381B86-6079-47A7-9150-D25BC89EEA96}" type="presParOf" srcId="{BFBA2416-9FDF-4932-BD93-24F4F50E5F62}" destId="{A08C1B62-182A-47C5-8036-3DD362B10B36}" srcOrd="2" destOrd="0" presId="urn:microsoft.com/office/officeart/2018/2/layout/IconVerticalSolidList"/>
    <dgm:cxn modelId="{4B375C34-90C9-4A4A-BEA9-3F7F957B7767}" type="presParOf" srcId="{BFBA2416-9FDF-4932-BD93-24F4F50E5F62}" destId="{3A091CBC-75CD-4DDD-BEFD-6EA4802C4BD2}" srcOrd="3" destOrd="0" presId="urn:microsoft.com/office/officeart/2018/2/layout/IconVerticalSolidList"/>
    <dgm:cxn modelId="{240AFFF8-3933-4918-A247-4E3EB4707626}" type="presParOf" srcId="{0A451016-72FA-4FDA-A56B-2621AB903B8B}" destId="{242775F3-F8D0-42FE-BF68-1A489C27DDD6}" srcOrd="1" destOrd="0" presId="urn:microsoft.com/office/officeart/2018/2/layout/IconVerticalSolidList"/>
    <dgm:cxn modelId="{2810DE14-52FB-49FD-A745-F3BE8CCA7EAD}" type="presParOf" srcId="{0A451016-72FA-4FDA-A56B-2621AB903B8B}" destId="{502EF0EC-04C8-4D91-A73C-8D289C3F9A1E}" srcOrd="2" destOrd="0" presId="urn:microsoft.com/office/officeart/2018/2/layout/IconVerticalSolidList"/>
    <dgm:cxn modelId="{9A05B193-4FCD-438D-A49D-64D696E3219E}" type="presParOf" srcId="{502EF0EC-04C8-4D91-A73C-8D289C3F9A1E}" destId="{43223FD0-8E8A-4AE1-8092-2C41A8D6CA9E}" srcOrd="0" destOrd="0" presId="urn:microsoft.com/office/officeart/2018/2/layout/IconVerticalSolidList"/>
    <dgm:cxn modelId="{686323C1-9ADA-4E3C-A807-A8E4FCA66C9A}" type="presParOf" srcId="{502EF0EC-04C8-4D91-A73C-8D289C3F9A1E}" destId="{8C657BF6-D02D-4E64-AF7E-37A9262905AC}" srcOrd="1" destOrd="0" presId="urn:microsoft.com/office/officeart/2018/2/layout/IconVerticalSolidList"/>
    <dgm:cxn modelId="{75E3CB62-E84B-4F8E-BC9A-4AEA9E667B76}" type="presParOf" srcId="{502EF0EC-04C8-4D91-A73C-8D289C3F9A1E}" destId="{997AB29D-9620-46CE-8C88-030ACB22BD57}" srcOrd="2" destOrd="0" presId="urn:microsoft.com/office/officeart/2018/2/layout/IconVerticalSolidList"/>
    <dgm:cxn modelId="{6116C373-03BC-479B-BF1A-005AB62FB29F}" type="presParOf" srcId="{502EF0EC-04C8-4D91-A73C-8D289C3F9A1E}" destId="{B30B61F0-0762-4043-85A4-20BB60836FDE}" srcOrd="3" destOrd="0" presId="urn:microsoft.com/office/officeart/2018/2/layout/IconVerticalSolidList"/>
    <dgm:cxn modelId="{86BA9C35-85DB-4AF4-9FFE-869B7E461966}" type="presParOf" srcId="{0A451016-72FA-4FDA-A56B-2621AB903B8B}" destId="{965C98A0-E99F-42EF-88DA-C07FB12B8E3A}" srcOrd="3" destOrd="0" presId="urn:microsoft.com/office/officeart/2018/2/layout/IconVerticalSolidList"/>
    <dgm:cxn modelId="{5155565A-DA15-43E6-B363-6CEFC5E3526A}" type="presParOf" srcId="{0A451016-72FA-4FDA-A56B-2621AB903B8B}" destId="{7FE6F419-B397-41EB-A4D2-433E924BBB36}" srcOrd="4" destOrd="0" presId="urn:microsoft.com/office/officeart/2018/2/layout/IconVerticalSolidList"/>
    <dgm:cxn modelId="{22C6CFC4-3C48-457F-9488-302FCA41AED3}" type="presParOf" srcId="{7FE6F419-B397-41EB-A4D2-433E924BBB36}" destId="{AFDD8A96-0A92-4FEA-889A-078F91DD67EA}" srcOrd="0" destOrd="0" presId="urn:microsoft.com/office/officeart/2018/2/layout/IconVerticalSolidList"/>
    <dgm:cxn modelId="{CA817D4D-1513-467F-B1F9-FF0EC27E7D16}" type="presParOf" srcId="{7FE6F419-B397-41EB-A4D2-433E924BBB36}" destId="{C4D1B1EF-3D3C-4C98-9CD3-CD9373E642F7}" srcOrd="1" destOrd="0" presId="urn:microsoft.com/office/officeart/2018/2/layout/IconVerticalSolidList"/>
    <dgm:cxn modelId="{C96E45C5-B915-4514-9AEC-1E00F3C647CF}" type="presParOf" srcId="{7FE6F419-B397-41EB-A4D2-433E924BBB36}" destId="{EF7AD67C-253A-419B-895E-AAED6FCC18EA}" srcOrd="2" destOrd="0" presId="urn:microsoft.com/office/officeart/2018/2/layout/IconVerticalSolidList"/>
    <dgm:cxn modelId="{6828697E-86C0-44B9-A814-FF3A9564D439}" type="presParOf" srcId="{7FE6F419-B397-41EB-A4D2-433E924BBB36}" destId="{A960843F-73F5-48A1-93B7-ADE1F954DDF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62279E6-078B-4D98-A331-21206849B1F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340A43A4-E7C9-4802-9160-E4F955F36A99}">
      <dgm:prSet/>
      <dgm:spPr/>
      <dgm:t>
        <a:bodyPr/>
        <a:lstStyle/>
        <a:p>
          <a:pPr>
            <a:lnSpc>
              <a:spcPct val="100000"/>
            </a:lnSpc>
          </a:pPr>
          <a:endParaRPr lang="en-US" dirty="0"/>
        </a:p>
      </dgm:t>
    </dgm:pt>
    <dgm:pt modelId="{9E018012-8750-4456-85FD-41F9E756293E}" type="parTrans" cxnId="{28EC64F5-B475-48B6-86CF-C7526E0950C5}">
      <dgm:prSet/>
      <dgm:spPr/>
      <dgm:t>
        <a:bodyPr/>
        <a:lstStyle/>
        <a:p>
          <a:endParaRPr lang="en-US"/>
        </a:p>
      </dgm:t>
    </dgm:pt>
    <dgm:pt modelId="{C1C5F4AF-5136-4EEA-9913-8FBBA4274491}" type="sibTrans" cxnId="{28EC64F5-B475-48B6-86CF-C7526E0950C5}">
      <dgm:prSet/>
      <dgm:spPr/>
      <dgm:t>
        <a:bodyPr/>
        <a:lstStyle/>
        <a:p>
          <a:endParaRPr lang="en-US"/>
        </a:p>
      </dgm:t>
    </dgm:pt>
    <dgm:pt modelId="{C8F41CCD-59B1-4A13-9FFE-73F285CABE70}">
      <dgm:prSet/>
      <dgm:spPr/>
      <dgm:t>
        <a:bodyPr/>
        <a:lstStyle/>
        <a:p>
          <a:pPr>
            <a:lnSpc>
              <a:spcPct val="100000"/>
            </a:lnSpc>
          </a:pPr>
          <a:endParaRPr lang="en-US"/>
        </a:p>
      </dgm:t>
    </dgm:pt>
    <dgm:pt modelId="{6229B68A-F968-44F6-AD5B-BFC90BB3F525}" type="parTrans" cxnId="{9F83A71A-47EF-4949-9043-2C1EECE1AD23}">
      <dgm:prSet/>
      <dgm:spPr/>
      <dgm:t>
        <a:bodyPr/>
        <a:lstStyle/>
        <a:p>
          <a:endParaRPr lang="en-US"/>
        </a:p>
      </dgm:t>
    </dgm:pt>
    <dgm:pt modelId="{DBE49E89-A4B1-4ED6-B77D-07A1D3E0E62F}" type="sibTrans" cxnId="{9F83A71A-47EF-4949-9043-2C1EECE1AD23}">
      <dgm:prSet/>
      <dgm:spPr/>
      <dgm:t>
        <a:bodyPr/>
        <a:lstStyle/>
        <a:p>
          <a:endParaRPr lang="en-US"/>
        </a:p>
      </dgm:t>
    </dgm:pt>
    <dgm:pt modelId="{AC7139B9-D1FD-492F-AAE4-62ABEED8064E}" type="pres">
      <dgm:prSet presAssocID="{462279E6-078B-4D98-A331-21206849B1F1}" presName="root" presStyleCnt="0">
        <dgm:presLayoutVars>
          <dgm:dir/>
          <dgm:resizeHandles val="exact"/>
        </dgm:presLayoutVars>
      </dgm:prSet>
      <dgm:spPr/>
    </dgm:pt>
    <dgm:pt modelId="{7C967374-883A-42C3-AC3B-9145A28AC6BC}" type="pres">
      <dgm:prSet presAssocID="{340A43A4-E7C9-4802-9160-E4F955F36A99}" presName="compNode" presStyleCnt="0"/>
      <dgm:spPr/>
    </dgm:pt>
    <dgm:pt modelId="{4E190D67-2636-48F9-A96F-709B31F56ED6}" type="pres">
      <dgm:prSet presAssocID="{340A43A4-E7C9-4802-9160-E4F955F36A99}" presName="bgRect" presStyleLbl="bgShp" presStyleIdx="0" presStyleCnt="2" custLinFactNeighborY="-72549"/>
      <dgm:spPr/>
    </dgm:pt>
    <dgm:pt modelId="{248ADC28-FB66-4638-B463-25AB51FDA3F7}" type="pres">
      <dgm:prSet presAssocID="{340A43A4-E7C9-4802-9160-E4F955F36A99}" presName="iconRect" presStyleLbl="node1" presStyleIdx="0" presStyleCnt="2"/>
      <dgm:spPr/>
    </dgm:pt>
    <dgm:pt modelId="{097EAD25-7128-42E0-85F1-97D488209219}" type="pres">
      <dgm:prSet presAssocID="{340A43A4-E7C9-4802-9160-E4F955F36A99}" presName="spaceRect" presStyleCnt="0"/>
      <dgm:spPr/>
    </dgm:pt>
    <dgm:pt modelId="{86366342-A584-4CB9-B234-8CAD0F241BE6}" type="pres">
      <dgm:prSet presAssocID="{340A43A4-E7C9-4802-9160-E4F955F36A99}" presName="parTx" presStyleLbl="revTx" presStyleIdx="0" presStyleCnt="2">
        <dgm:presLayoutVars>
          <dgm:chMax val="0"/>
          <dgm:chPref val="0"/>
        </dgm:presLayoutVars>
      </dgm:prSet>
      <dgm:spPr/>
    </dgm:pt>
    <dgm:pt modelId="{8DE35417-D050-46CE-AEB2-24492B477713}" type="pres">
      <dgm:prSet presAssocID="{C1C5F4AF-5136-4EEA-9913-8FBBA4274491}" presName="sibTrans" presStyleCnt="0"/>
      <dgm:spPr/>
    </dgm:pt>
    <dgm:pt modelId="{B84A57D7-9A62-4615-85F4-F46B384AC7AD}" type="pres">
      <dgm:prSet presAssocID="{C8F41CCD-59B1-4A13-9FFE-73F285CABE70}" presName="compNode" presStyleCnt="0"/>
      <dgm:spPr/>
    </dgm:pt>
    <dgm:pt modelId="{5397DAB8-EEDE-47F9-B8B2-8D2676020910}" type="pres">
      <dgm:prSet presAssocID="{C8F41CCD-59B1-4A13-9FFE-73F285CABE70}" presName="bgRect" presStyleLbl="bgShp" presStyleIdx="1" presStyleCnt="2" custLinFactNeighborY="36069"/>
      <dgm:spPr/>
    </dgm:pt>
    <dgm:pt modelId="{E750627B-276D-4307-950E-A6D4AFFEC465}" type="pres">
      <dgm:prSet presAssocID="{C8F41CCD-59B1-4A13-9FFE-73F285CABE70}" presName="iconRect" presStyleLbl="node1" presStyleIdx="1" presStyleCnt="2"/>
      <dgm:spPr/>
    </dgm:pt>
    <dgm:pt modelId="{44D16B5B-3454-4D02-82BE-A2BA8CF2D04A}" type="pres">
      <dgm:prSet presAssocID="{C8F41CCD-59B1-4A13-9FFE-73F285CABE70}" presName="spaceRect" presStyleCnt="0"/>
      <dgm:spPr/>
    </dgm:pt>
    <dgm:pt modelId="{4E730CD5-3797-4E3A-AD6E-F268FFA7B395}" type="pres">
      <dgm:prSet presAssocID="{C8F41CCD-59B1-4A13-9FFE-73F285CABE70}" presName="parTx" presStyleLbl="revTx" presStyleIdx="1" presStyleCnt="2">
        <dgm:presLayoutVars>
          <dgm:chMax val="0"/>
          <dgm:chPref val="0"/>
        </dgm:presLayoutVars>
      </dgm:prSet>
      <dgm:spPr/>
    </dgm:pt>
  </dgm:ptLst>
  <dgm:cxnLst>
    <dgm:cxn modelId="{9F83A71A-47EF-4949-9043-2C1EECE1AD23}" srcId="{462279E6-078B-4D98-A331-21206849B1F1}" destId="{C8F41CCD-59B1-4A13-9FFE-73F285CABE70}" srcOrd="1" destOrd="0" parTransId="{6229B68A-F968-44F6-AD5B-BFC90BB3F525}" sibTransId="{DBE49E89-A4B1-4ED6-B77D-07A1D3E0E62F}"/>
    <dgm:cxn modelId="{5DAA8E66-C6F5-48AE-ABE5-FF50A2AB5710}" type="presOf" srcId="{340A43A4-E7C9-4802-9160-E4F955F36A99}" destId="{86366342-A584-4CB9-B234-8CAD0F241BE6}" srcOrd="0" destOrd="0" presId="urn:microsoft.com/office/officeart/2018/2/layout/IconVerticalSolidList"/>
    <dgm:cxn modelId="{731F6C4D-B480-47FC-9572-2B56CBE37BFA}" type="presOf" srcId="{C8F41CCD-59B1-4A13-9FFE-73F285CABE70}" destId="{4E730CD5-3797-4E3A-AD6E-F268FFA7B395}" srcOrd="0" destOrd="0" presId="urn:microsoft.com/office/officeart/2018/2/layout/IconVerticalSolidList"/>
    <dgm:cxn modelId="{B7B2EF8B-B227-49FB-9F14-3A3D7683FD0A}" type="presOf" srcId="{462279E6-078B-4D98-A331-21206849B1F1}" destId="{AC7139B9-D1FD-492F-AAE4-62ABEED8064E}" srcOrd="0" destOrd="0" presId="urn:microsoft.com/office/officeart/2018/2/layout/IconVerticalSolidList"/>
    <dgm:cxn modelId="{28EC64F5-B475-48B6-86CF-C7526E0950C5}" srcId="{462279E6-078B-4D98-A331-21206849B1F1}" destId="{340A43A4-E7C9-4802-9160-E4F955F36A99}" srcOrd="0" destOrd="0" parTransId="{9E018012-8750-4456-85FD-41F9E756293E}" sibTransId="{C1C5F4AF-5136-4EEA-9913-8FBBA4274491}"/>
    <dgm:cxn modelId="{8A0D4878-4A8A-4743-9392-635B0D680353}" type="presParOf" srcId="{AC7139B9-D1FD-492F-AAE4-62ABEED8064E}" destId="{7C967374-883A-42C3-AC3B-9145A28AC6BC}" srcOrd="0" destOrd="0" presId="urn:microsoft.com/office/officeart/2018/2/layout/IconVerticalSolidList"/>
    <dgm:cxn modelId="{0834C38D-2C76-48A5-9351-2D1178E498D5}" type="presParOf" srcId="{7C967374-883A-42C3-AC3B-9145A28AC6BC}" destId="{4E190D67-2636-48F9-A96F-709B31F56ED6}" srcOrd="0" destOrd="0" presId="urn:microsoft.com/office/officeart/2018/2/layout/IconVerticalSolidList"/>
    <dgm:cxn modelId="{7B933649-45B4-4901-B040-41AC3CC12C38}" type="presParOf" srcId="{7C967374-883A-42C3-AC3B-9145A28AC6BC}" destId="{248ADC28-FB66-4638-B463-25AB51FDA3F7}" srcOrd="1" destOrd="0" presId="urn:microsoft.com/office/officeart/2018/2/layout/IconVerticalSolidList"/>
    <dgm:cxn modelId="{B0EEFFBE-A907-45B7-A8EF-A8A335A6AA7F}" type="presParOf" srcId="{7C967374-883A-42C3-AC3B-9145A28AC6BC}" destId="{097EAD25-7128-42E0-85F1-97D488209219}" srcOrd="2" destOrd="0" presId="urn:microsoft.com/office/officeart/2018/2/layout/IconVerticalSolidList"/>
    <dgm:cxn modelId="{21ACCB88-220F-4C01-AF18-03ADDACA1BE5}" type="presParOf" srcId="{7C967374-883A-42C3-AC3B-9145A28AC6BC}" destId="{86366342-A584-4CB9-B234-8CAD0F241BE6}" srcOrd="3" destOrd="0" presId="urn:microsoft.com/office/officeart/2018/2/layout/IconVerticalSolidList"/>
    <dgm:cxn modelId="{00F48476-69A0-467B-81A0-56CEDB3A1288}" type="presParOf" srcId="{AC7139B9-D1FD-492F-AAE4-62ABEED8064E}" destId="{8DE35417-D050-46CE-AEB2-24492B477713}" srcOrd="1" destOrd="0" presId="urn:microsoft.com/office/officeart/2018/2/layout/IconVerticalSolidList"/>
    <dgm:cxn modelId="{98443318-2302-4248-859D-4C2DEE5536A1}" type="presParOf" srcId="{AC7139B9-D1FD-492F-AAE4-62ABEED8064E}" destId="{B84A57D7-9A62-4615-85F4-F46B384AC7AD}" srcOrd="2" destOrd="0" presId="urn:microsoft.com/office/officeart/2018/2/layout/IconVerticalSolidList"/>
    <dgm:cxn modelId="{11566D75-48A9-48AE-8FE7-789E6A46CBA6}" type="presParOf" srcId="{B84A57D7-9A62-4615-85F4-F46B384AC7AD}" destId="{5397DAB8-EEDE-47F9-B8B2-8D2676020910}" srcOrd="0" destOrd="0" presId="urn:microsoft.com/office/officeart/2018/2/layout/IconVerticalSolidList"/>
    <dgm:cxn modelId="{64F94AAF-41C1-4220-B8AF-793579DD53E0}" type="presParOf" srcId="{B84A57D7-9A62-4615-85F4-F46B384AC7AD}" destId="{E750627B-276D-4307-950E-A6D4AFFEC465}" srcOrd="1" destOrd="0" presId="urn:microsoft.com/office/officeart/2018/2/layout/IconVerticalSolidList"/>
    <dgm:cxn modelId="{B747B9AB-B48E-4A1D-98AF-01401D923F2D}" type="presParOf" srcId="{B84A57D7-9A62-4615-85F4-F46B384AC7AD}" destId="{44D16B5B-3454-4D02-82BE-A2BA8CF2D04A}" srcOrd="2" destOrd="0" presId="urn:microsoft.com/office/officeart/2018/2/layout/IconVerticalSolidList"/>
    <dgm:cxn modelId="{A9E1D666-EC1F-463C-B43F-F67BCC4699D0}" type="presParOf" srcId="{B84A57D7-9A62-4615-85F4-F46B384AC7AD}" destId="{4E730CD5-3797-4E3A-AD6E-F268FFA7B39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62B8BA-1BFB-44A9-82DD-03FDCE8F5A7E}">
      <dsp:nvSpPr>
        <dsp:cNvPr id="0" name=""/>
        <dsp:cNvSpPr/>
      </dsp:nvSpPr>
      <dsp:spPr>
        <a:xfrm>
          <a:off x="2669704" y="533944"/>
          <a:ext cx="411666" cy="91440"/>
        </a:xfrm>
        <a:custGeom>
          <a:avLst/>
          <a:gdLst/>
          <a:ahLst/>
          <a:cxnLst/>
          <a:rect l="0" t="0" r="0" b="0"/>
          <a:pathLst>
            <a:path>
              <a:moveTo>
                <a:pt x="0" y="45720"/>
              </a:moveTo>
              <a:lnTo>
                <a:pt x="411666" y="45720"/>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64480" y="577453"/>
        <a:ext cx="22113" cy="4422"/>
      </dsp:txXfrm>
    </dsp:sp>
    <dsp:sp modelId="{8079583C-15FF-48A8-A3FE-A0393247C522}">
      <dsp:nvSpPr>
        <dsp:cNvPr id="0" name=""/>
        <dsp:cNvSpPr/>
      </dsp:nvSpPr>
      <dsp:spPr>
        <a:xfrm>
          <a:off x="748607" y="2795"/>
          <a:ext cx="1922896" cy="1153737"/>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577850">
            <a:lnSpc>
              <a:spcPct val="90000"/>
            </a:lnSpc>
            <a:spcBef>
              <a:spcPct val="0"/>
            </a:spcBef>
            <a:spcAft>
              <a:spcPct val="35000"/>
            </a:spcAft>
            <a:buNone/>
          </a:pPr>
          <a:r>
            <a:rPr lang="en-US" sz="1300" kern="1200" dirty="0"/>
            <a:t>Access the web application and register </a:t>
          </a:r>
        </a:p>
      </dsp:txBody>
      <dsp:txXfrm>
        <a:off x="748607" y="2795"/>
        <a:ext cx="1922896" cy="1153737"/>
      </dsp:txXfrm>
    </dsp:sp>
    <dsp:sp modelId="{297C2090-9946-4F99-B71D-08AA56042C27}">
      <dsp:nvSpPr>
        <dsp:cNvPr id="0" name=""/>
        <dsp:cNvSpPr/>
      </dsp:nvSpPr>
      <dsp:spPr>
        <a:xfrm>
          <a:off x="5034866" y="533944"/>
          <a:ext cx="411666" cy="91440"/>
        </a:xfrm>
        <a:custGeom>
          <a:avLst/>
          <a:gdLst/>
          <a:ahLst/>
          <a:cxnLst/>
          <a:rect l="0" t="0" r="0" b="0"/>
          <a:pathLst>
            <a:path>
              <a:moveTo>
                <a:pt x="0" y="45720"/>
              </a:moveTo>
              <a:lnTo>
                <a:pt x="411666" y="45720"/>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9643" y="577453"/>
        <a:ext cx="22113" cy="4422"/>
      </dsp:txXfrm>
    </dsp:sp>
    <dsp:sp modelId="{7103EF2B-D798-44F6-9B3E-6908D72A3EC6}">
      <dsp:nvSpPr>
        <dsp:cNvPr id="0" name=""/>
        <dsp:cNvSpPr/>
      </dsp:nvSpPr>
      <dsp:spPr>
        <a:xfrm>
          <a:off x="3113770" y="2795"/>
          <a:ext cx="1922896" cy="1153737"/>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577850">
            <a:lnSpc>
              <a:spcPct val="90000"/>
            </a:lnSpc>
            <a:spcBef>
              <a:spcPct val="0"/>
            </a:spcBef>
            <a:spcAft>
              <a:spcPct val="35000"/>
            </a:spcAft>
            <a:buNone/>
          </a:pPr>
          <a:r>
            <a:rPr lang="en-US" sz="1300" kern="1200" dirty="0"/>
            <a:t>Login, after successful login, you see the user welcome page </a:t>
          </a:r>
        </a:p>
      </dsp:txBody>
      <dsp:txXfrm>
        <a:off x="3113770" y="2795"/>
        <a:ext cx="1922896" cy="1153737"/>
      </dsp:txXfrm>
    </dsp:sp>
    <dsp:sp modelId="{38D5A1C5-EF92-4C0E-BD9A-5B0564051EEC}">
      <dsp:nvSpPr>
        <dsp:cNvPr id="0" name=""/>
        <dsp:cNvSpPr/>
      </dsp:nvSpPr>
      <dsp:spPr>
        <a:xfrm>
          <a:off x="7400029" y="533944"/>
          <a:ext cx="411666" cy="91440"/>
        </a:xfrm>
        <a:custGeom>
          <a:avLst/>
          <a:gdLst/>
          <a:ahLst/>
          <a:cxnLst/>
          <a:rect l="0" t="0" r="0" b="0"/>
          <a:pathLst>
            <a:path>
              <a:moveTo>
                <a:pt x="0" y="45720"/>
              </a:moveTo>
              <a:lnTo>
                <a:pt x="411666" y="45720"/>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594806" y="577453"/>
        <a:ext cx="22113" cy="4422"/>
      </dsp:txXfrm>
    </dsp:sp>
    <dsp:sp modelId="{F919D37E-CEAE-4A42-92DF-CD2FBB40A472}">
      <dsp:nvSpPr>
        <dsp:cNvPr id="0" name=""/>
        <dsp:cNvSpPr/>
      </dsp:nvSpPr>
      <dsp:spPr>
        <a:xfrm>
          <a:off x="5478933" y="2795"/>
          <a:ext cx="1922896" cy="1153737"/>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577850">
            <a:lnSpc>
              <a:spcPct val="90000"/>
            </a:lnSpc>
            <a:spcBef>
              <a:spcPct val="0"/>
            </a:spcBef>
            <a:spcAft>
              <a:spcPct val="35000"/>
            </a:spcAft>
            <a:buNone/>
          </a:pPr>
          <a:r>
            <a:rPr lang="en-US" sz="1300" kern="1200" dirty="0"/>
            <a:t>On the user welcome you: </a:t>
          </a:r>
        </a:p>
      </dsp:txBody>
      <dsp:txXfrm>
        <a:off x="5478933" y="2795"/>
        <a:ext cx="1922896" cy="1153737"/>
      </dsp:txXfrm>
    </dsp:sp>
    <dsp:sp modelId="{9573E3A3-54A1-4085-A573-1E2A33E6BD3E}">
      <dsp:nvSpPr>
        <dsp:cNvPr id="0" name=""/>
        <dsp:cNvSpPr/>
      </dsp:nvSpPr>
      <dsp:spPr>
        <a:xfrm>
          <a:off x="1710055" y="1154733"/>
          <a:ext cx="7095488" cy="411666"/>
        </a:xfrm>
        <a:custGeom>
          <a:avLst/>
          <a:gdLst/>
          <a:ahLst/>
          <a:cxnLst/>
          <a:rect l="0" t="0" r="0" b="0"/>
          <a:pathLst>
            <a:path>
              <a:moveTo>
                <a:pt x="7095488" y="0"/>
              </a:moveTo>
              <a:lnTo>
                <a:pt x="7095488" y="222933"/>
              </a:lnTo>
              <a:lnTo>
                <a:pt x="0" y="222933"/>
              </a:lnTo>
              <a:lnTo>
                <a:pt x="0" y="411666"/>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80068" y="1358355"/>
        <a:ext cx="355462" cy="4422"/>
      </dsp:txXfrm>
    </dsp:sp>
    <dsp:sp modelId="{B7B0A7A8-BA42-46C5-BAE1-7DDE7EC2CBED}">
      <dsp:nvSpPr>
        <dsp:cNvPr id="0" name=""/>
        <dsp:cNvSpPr/>
      </dsp:nvSpPr>
      <dsp:spPr>
        <a:xfrm>
          <a:off x="7844095" y="2795"/>
          <a:ext cx="1922896" cy="1153737"/>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577850">
            <a:lnSpc>
              <a:spcPct val="90000"/>
            </a:lnSpc>
            <a:spcBef>
              <a:spcPct val="0"/>
            </a:spcBef>
            <a:spcAft>
              <a:spcPct val="35000"/>
            </a:spcAft>
            <a:buNone/>
          </a:pPr>
          <a:r>
            <a:rPr lang="en-US" sz="1300" kern="1200"/>
            <a:t>Optionally attach the profile image  </a:t>
          </a:r>
        </a:p>
      </dsp:txBody>
      <dsp:txXfrm>
        <a:off x="7844095" y="2795"/>
        <a:ext cx="1922896" cy="1153737"/>
      </dsp:txXfrm>
    </dsp:sp>
    <dsp:sp modelId="{0BB7CDAA-24BE-4CD9-81EB-F90057D78CBF}">
      <dsp:nvSpPr>
        <dsp:cNvPr id="0" name=""/>
        <dsp:cNvSpPr/>
      </dsp:nvSpPr>
      <dsp:spPr>
        <a:xfrm>
          <a:off x="2669704" y="2129949"/>
          <a:ext cx="411666" cy="91440"/>
        </a:xfrm>
        <a:custGeom>
          <a:avLst/>
          <a:gdLst/>
          <a:ahLst/>
          <a:cxnLst/>
          <a:rect l="0" t="0" r="0" b="0"/>
          <a:pathLst>
            <a:path>
              <a:moveTo>
                <a:pt x="0" y="45720"/>
              </a:moveTo>
              <a:lnTo>
                <a:pt x="411666" y="45720"/>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64480" y="2173457"/>
        <a:ext cx="22113" cy="4422"/>
      </dsp:txXfrm>
    </dsp:sp>
    <dsp:sp modelId="{A3F6A812-0095-4869-9C75-359CC629628A}">
      <dsp:nvSpPr>
        <dsp:cNvPr id="0" name=""/>
        <dsp:cNvSpPr/>
      </dsp:nvSpPr>
      <dsp:spPr>
        <a:xfrm>
          <a:off x="748607" y="1598800"/>
          <a:ext cx="1922896" cy="1153737"/>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577850">
            <a:lnSpc>
              <a:spcPct val="90000"/>
            </a:lnSpc>
            <a:spcBef>
              <a:spcPct val="0"/>
            </a:spcBef>
            <a:spcAft>
              <a:spcPct val="35000"/>
            </a:spcAft>
            <a:buNone/>
          </a:pPr>
          <a:r>
            <a:rPr lang="en-US" sz="1300" kern="1200"/>
            <a:t>Optionally update your personal information </a:t>
          </a:r>
        </a:p>
      </dsp:txBody>
      <dsp:txXfrm>
        <a:off x="748607" y="1598800"/>
        <a:ext cx="1922896" cy="1153737"/>
      </dsp:txXfrm>
    </dsp:sp>
    <dsp:sp modelId="{26FBCBDD-67D6-4151-A579-1A817D6E53ED}">
      <dsp:nvSpPr>
        <dsp:cNvPr id="0" name=""/>
        <dsp:cNvSpPr/>
      </dsp:nvSpPr>
      <dsp:spPr>
        <a:xfrm>
          <a:off x="5034866" y="2129949"/>
          <a:ext cx="411666" cy="91440"/>
        </a:xfrm>
        <a:custGeom>
          <a:avLst/>
          <a:gdLst/>
          <a:ahLst/>
          <a:cxnLst/>
          <a:rect l="0" t="0" r="0" b="0"/>
          <a:pathLst>
            <a:path>
              <a:moveTo>
                <a:pt x="0" y="45720"/>
              </a:moveTo>
              <a:lnTo>
                <a:pt x="411666" y="45720"/>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9643" y="2173457"/>
        <a:ext cx="22113" cy="4422"/>
      </dsp:txXfrm>
    </dsp:sp>
    <dsp:sp modelId="{28FEE763-ECC1-4F6E-A9B1-B7E808BD05A6}">
      <dsp:nvSpPr>
        <dsp:cNvPr id="0" name=""/>
        <dsp:cNvSpPr/>
      </dsp:nvSpPr>
      <dsp:spPr>
        <a:xfrm>
          <a:off x="3113770" y="1598800"/>
          <a:ext cx="1922896" cy="1153737"/>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577850">
            <a:lnSpc>
              <a:spcPct val="90000"/>
            </a:lnSpc>
            <a:spcBef>
              <a:spcPct val="0"/>
            </a:spcBef>
            <a:spcAft>
              <a:spcPct val="35000"/>
            </a:spcAft>
            <a:buNone/>
          </a:pPr>
          <a:r>
            <a:rPr lang="en-US" sz="1300" kern="1200"/>
            <a:t>Able to attach all the needed tertiary documents </a:t>
          </a:r>
        </a:p>
      </dsp:txBody>
      <dsp:txXfrm>
        <a:off x="3113770" y="1598800"/>
        <a:ext cx="1922896" cy="1153737"/>
      </dsp:txXfrm>
    </dsp:sp>
    <dsp:sp modelId="{B8E12867-C97C-4511-8419-0E1A56664E17}">
      <dsp:nvSpPr>
        <dsp:cNvPr id="0" name=""/>
        <dsp:cNvSpPr/>
      </dsp:nvSpPr>
      <dsp:spPr>
        <a:xfrm>
          <a:off x="7400029" y="2129949"/>
          <a:ext cx="411666" cy="91440"/>
        </a:xfrm>
        <a:custGeom>
          <a:avLst/>
          <a:gdLst/>
          <a:ahLst/>
          <a:cxnLst/>
          <a:rect l="0" t="0" r="0" b="0"/>
          <a:pathLst>
            <a:path>
              <a:moveTo>
                <a:pt x="0" y="45720"/>
              </a:moveTo>
              <a:lnTo>
                <a:pt x="411666" y="45720"/>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594806" y="2173457"/>
        <a:ext cx="22113" cy="4422"/>
      </dsp:txXfrm>
    </dsp:sp>
    <dsp:sp modelId="{8A097721-0985-40AD-B23E-F12688570137}">
      <dsp:nvSpPr>
        <dsp:cNvPr id="0" name=""/>
        <dsp:cNvSpPr/>
      </dsp:nvSpPr>
      <dsp:spPr>
        <a:xfrm>
          <a:off x="5478933" y="1598800"/>
          <a:ext cx="1922896" cy="1153737"/>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577850">
            <a:lnSpc>
              <a:spcPct val="90000"/>
            </a:lnSpc>
            <a:spcBef>
              <a:spcPct val="0"/>
            </a:spcBef>
            <a:spcAft>
              <a:spcPct val="35000"/>
            </a:spcAft>
            <a:buNone/>
          </a:pPr>
          <a:r>
            <a:rPr lang="en-US" sz="1300" kern="1200"/>
            <a:t>Have access to SA private/public institutions and bursaries</a:t>
          </a:r>
        </a:p>
      </dsp:txBody>
      <dsp:txXfrm>
        <a:off x="5478933" y="1598800"/>
        <a:ext cx="1922896" cy="1153737"/>
      </dsp:txXfrm>
    </dsp:sp>
    <dsp:sp modelId="{02746126-2E88-4000-BEA9-EC2496C19ABE}">
      <dsp:nvSpPr>
        <dsp:cNvPr id="0" name=""/>
        <dsp:cNvSpPr/>
      </dsp:nvSpPr>
      <dsp:spPr>
        <a:xfrm>
          <a:off x="1710055" y="2750737"/>
          <a:ext cx="7095488" cy="411666"/>
        </a:xfrm>
        <a:custGeom>
          <a:avLst/>
          <a:gdLst/>
          <a:ahLst/>
          <a:cxnLst/>
          <a:rect l="0" t="0" r="0" b="0"/>
          <a:pathLst>
            <a:path>
              <a:moveTo>
                <a:pt x="7095488" y="0"/>
              </a:moveTo>
              <a:lnTo>
                <a:pt x="7095488" y="222933"/>
              </a:lnTo>
              <a:lnTo>
                <a:pt x="0" y="222933"/>
              </a:lnTo>
              <a:lnTo>
                <a:pt x="0" y="411666"/>
              </a:lnTo>
            </a:path>
          </a:pathLst>
        </a:custGeom>
        <a:noFill/>
        <a:ln w="12700" cap="flat" cmpd="sng" algn="ctr">
          <a:solidFill>
            <a:schemeClr val="dk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80068" y="2954359"/>
        <a:ext cx="355462" cy="4422"/>
      </dsp:txXfrm>
    </dsp:sp>
    <dsp:sp modelId="{8F021386-3CA5-4029-9858-80C483ECB009}">
      <dsp:nvSpPr>
        <dsp:cNvPr id="0" name=""/>
        <dsp:cNvSpPr/>
      </dsp:nvSpPr>
      <dsp:spPr>
        <a:xfrm>
          <a:off x="7844095" y="1598800"/>
          <a:ext cx="1922896" cy="1153737"/>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577850">
            <a:lnSpc>
              <a:spcPct val="90000"/>
            </a:lnSpc>
            <a:spcBef>
              <a:spcPct val="0"/>
            </a:spcBef>
            <a:spcAft>
              <a:spcPct val="35000"/>
            </a:spcAft>
            <a:buNone/>
          </a:pPr>
          <a:r>
            <a:rPr lang="en-US" sz="1300" kern="1200"/>
            <a:t>Add plentiful notes that you write all your statues in, as well as student number and pin</a:t>
          </a:r>
        </a:p>
      </dsp:txBody>
      <dsp:txXfrm>
        <a:off x="7844095" y="1598800"/>
        <a:ext cx="1922896" cy="1153737"/>
      </dsp:txXfrm>
    </dsp:sp>
    <dsp:sp modelId="{FA5248B5-9DC8-4CE7-AD31-7DD8A2AFE29D}">
      <dsp:nvSpPr>
        <dsp:cNvPr id="0" name=""/>
        <dsp:cNvSpPr/>
      </dsp:nvSpPr>
      <dsp:spPr>
        <a:xfrm>
          <a:off x="748607" y="3194804"/>
          <a:ext cx="1922896" cy="1153737"/>
        </a:xfrm>
        <a:prstGeom prst="rect">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224" tIns="98904" rIns="94224" bIns="98904" numCol="1" spcCol="1270" anchor="ctr" anchorCtr="0">
          <a:noAutofit/>
        </a:bodyPr>
        <a:lstStyle/>
        <a:p>
          <a:pPr marL="0" lvl="0" indent="0" algn="ctr" defTabSz="577850">
            <a:lnSpc>
              <a:spcPct val="90000"/>
            </a:lnSpc>
            <a:spcBef>
              <a:spcPct val="0"/>
            </a:spcBef>
            <a:spcAft>
              <a:spcPct val="35000"/>
            </a:spcAft>
            <a:buNone/>
          </a:pPr>
          <a:r>
            <a:rPr lang="en-US" sz="1300" kern="1200" dirty="0"/>
            <a:t>The you can Logout </a:t>
          </a:r>
        </a:p>
      </dsp:txBody>
      <dsp:txXfrm>
        <a:off x="748607" y="3194804"/>
        <a:ext cx="1922896" cy="11537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2E8E04-0168-4C66-BDF9-F7480566467B}">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46CC74-89BB-449A-918E-973378A0A5E9}">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091CBC-75CD-4DDD-BEFD-6EA4802C4BD2}">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Node.js = used as java script runtime environment</a:t>
          </a:r>
        </a:p>
      </dsp:txBody>
      <dsp:txXfrm>
        <a:off x="1435590" y="531"/>
        <a:ext cx="9080009" cy="1242935"/>
      </dsp:txXfrm>
    </dsp:sp>
    <dsp:sp modelId="{43223FD0-8E8A-4AE1-8092-2C41A8D6CA9E}">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657BF6-D02D-4E64-AF7E-37A9262905AC}">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0B61F0-0762-4043-85A4-20BB60836FDE}">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Express.js = used for creating back-end APIs </a:t>
          </a:r>
        </a:p>
      </dsp:txBody>
      <dsp:txXfrm>
        <a:off x="1435590" y="1554201"/>
        <a:ext cx="9080009" cy="1242935"/>
      </dsp:txXfrm>
    </dsp:sp>
    <dsp:sp modelId="{AFDD8A96-0A92-4FEA-889A-078F91DD67EA}">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4D1B1EF-3D3C-4C98-9CD3-CD9373E642F7}">
      <dsp:nvSpPr>
        <dsp:cNvPr id="0" name=""/>
        <dsp:cNvSpPr/>
      </dsp:nvSpPr>
      <dsp:spPr>
        <a:xfrm>
          <a:off x="370526" y="3182727"/>
          <a:ext cx="683614" cy="683614"/>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60843F-73F5-48A1-93B7-ADE1F954DDFC}">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Node-mailer = used to send emails to the user </a:t>
          </a:r>
        </a:p>
      </dsp:txBody>
      <dsp:txXfrm>
        <a:off x="1435590" y="3107870"/>
        <a:ext cx="9080009" cy="12429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190D67-2636-48F9-A96F-709B31F56ED6}">
      <dsp:nvSpPr>
        <dsp:cNvPr id="0" name=""/>
        <dsp:cNvSpPr/>
      </dsp:nvSpPr>
      <dsp:spPr>
        <a:xfrm>
          <a:off x="0" y="0"/>
          <a:ext cx="105156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8ADC28-FB66-4638-B463-25AB51FDA3F7}">
      <dsp:nvSpPr>
        <dsp:cNvPr id="0" name=""/>
        <dsp:cNvSpPr/>
      </dsp:nvSpPr>
      <dsp:spPr>
        <a:xfrm>
          <a:off x="394883" y="1000807"/>
          <a:ext cx="717970" cy="71797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366342-A584-4CB9-B234-8CAD0F241BE6}">
      <dsp:nvSpPr>
        <dsp:cNvPr id="0" name=""/>
        <dsp:cNvSpPr/>
      </dsp:nvSpPr>
      <dsp:spPr>
        <a:xfrm>
          <a:off x="1507738" y="707092"/>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111250">
            <a:lnSpc>
              <a:spcPct val="100000"/>
            </a:lnSpc>
            <a:spcBef>
              <a:spcPct val="0"/>
            </a:spcBef>
            <a:spcAft>
              <a:spcPct val="35000"/>
            </a:spcAft>
            <a:buNone/>
          </a:pPr>
          <a:endParaRPr lang="en-US" sz="2500" kern="1200" dirty="0"/>
        </a:p>
      </dsp:txBody>
      <dsp:txXfrm>
        <a:off x="1507738" y="707092"/>
        <a:ext cx="9007861" cy="1305401"/>
      </dsp:txXfrm>
    </dsp:sp>
    <dsp:sp modelId="{5397DAB8-EEDE-47F9-B8B2-8D2676020910}">
      <dsp:nvSpPr>
        <dsp:cNvPr id="0" name=""/>
        <dsp:cNvSpPr/>
      </dsp:nvSpPr>
      <dsp:spPr>
        <a:xfrm>
          <a:off x="0" y="2809689"/>
          <a:ext cx="10515600" cy="13054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50627B-276D-4307-950E-A6D4AFFEC465}">
      <dsp:nvSpPr>
        <dsp:cNvPr id="0" name=""/>
        <dsp:cNvSpPr/>
      </dsp:nvSpPr>
      <dsp:spPr>
        <a:xfrm>
          <a:off x="394883" y="2632559"/>
          <a:ext cx="717970" cy="71797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730CD5-3797-4E3A-AD6E-F268FFA7B395}">
      <dsp:nvSpPr>
        <dsp:cNvPr id="0" name=""/>
        <dsp:cNvSpPr/>
      </dsp:nvSpPr>
      <dsp:spPr>
        <a:xfrm>
          <a:off x="1507738" y="2338844"/>
          <a:ext cx="9007861" cy="13054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155" tIns="138155" rIns="138155" bIns="138155" numCol="1" spcCol="1270" anchor="ctr" anchorCtr="0">
          <a:noAutofit/>
        </a:bodyPr>
        <a:lstStyle/>
        <a:p>
          <a:pPr marL="0" lvl="0" indent="0" algn="l" defTabSz="1111250">
            <a:lnSpc>
              <a:spcPct val="100000"/>
            </a:lnSpc>
            <a:spcBef>
              <a:spcPct val="0"/>
            </a:spcBef>
            <a:spcAft>
              <a:spcPct val="35000"/>
            </a:spcAft>
            <a:buNone/>
          </a:pPr>
          <a:endParaRPr lang="en-US" sz="2500" kern="1200"/>
        </a:p>
      </dsp:txBody>
      <dsp:txXfrm>
        <a:off x="1507738" y="2338844"/>
        <a:ext cx="9007861" cy="1305401"/>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15CEA2-DDBD-4338-9528-E104D87A86B5}" type="datetimeFigureOut">
              <a:rPr lang="en-US" smtClean="0"/>
              <a:t>1/17/2026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2ADE63-F9F1-42B6-BBF0-F2A453488249}" type="slidenum">
              <a:rPr lang="en-US" smtClean="0"/>
              <a:t>‹#›</a:t>
            </a:fld>
            <a:endParaRPr lang="en-US"/>
          </a:p>
        </p:txBody>
      </p:sp>
    </p:spTree>
    <p:extLst>
      <p:ext uri="{BB962C8B-B14F-4D97-AF65-F5344CB8AC3E}">
        <p14:creationId xmlns:p14="http://schemas.microsoft.com/office/powerpoint/2010/main" val="4122706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71D96E-4CA2-485E-9EE5-CEB7143ACC3B}" type="slidenum">
              <a:rPr lang="en-US" smtClean="0"/>
              <a:t>9</a:t>
            </a:fld>
            <a:endParaRPr lang="en-US" dirty="0"/>
          </a:p>
        </p:txBody>
      </p:sp>
    </p:spTree>
    <p:extLst>
      <p:ext uri="{BB962C8B-B14F-4D97-AF65-F5344CB8AC3E}">
        <p14:creationId xmlns:p14="http://schemas.microsoft.com/office/powerpoint/2010/main" val="3753162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71D96E-4CA2-485E-9EE5-CEB7143ACC3B}" type="slidenum">
              <a:rPr lang="en-US" smtClean="0"/>
              <a:t>10</a:t>
            </a:fld>
            <a:endParaRPr lang="en-US" dirty="0"/>
          </a:p>
        </p:txBody>
      </p:sp>
    </p:spTree>
    <p:extLst>
      <p:ext uri="{BB962C8B-B14F-4D97-AF65-F5344CB8AC3E}">
        <p14:creationId xmlns:p14="http://schemas.microsoft.com/office/powerpoint/2010/main" val="16877226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AFA10-B16C-C894-0FAB-D790587A2B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2A3B96-CBAA-A613-A0DC-DDF4A667C8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33BA58-BC4A-BFFC-3AE2-DCEFAA7B7C0E}"/>
              </a:ext>
            </a:extLst>
          </p:cNvPr>
          <p:cNvSpPr>
            <a:spLocks noGrp="1"/>
          </p:cNvSpPr>
          <p:nvPr>
            <p:ph type="dt" sz="half" idx="10"/>
          </p:nvPr>
        </p:nvSpPr>
        <p:spPr/>
        <p:txBody>
          <a:bodyPr/>
          <a:lstStyle/>
          <a:p>
            <a:fld id="{FBCED503-42ED-4CD9-B43A-ED9B463565EA}" type="datetimeFigureOut">
              <a:rPr lang="en-US" smtClean="0"/>
              <a:t>1/17/2026</a:t>
            </a:fld>
            <a:endParaRPr lang="en-US"/>
          </a:p>
        </p:txBody>
      </p:sp>
      <p:sp>
        <p:nvSpPr>
          <p:cNvPr id="5" name="Footer Placeholder 4">
            <a:extLst>
              <a:ext uri="{FF2B5EF4-FFF2-40B4-BE49-F238E27FC236}">
                <a16:creationId xmlns:a16="http://schemas.microsoft.com/office/drawing/2014/main" id="{CCC6BB31-D252-382B-E751-E2551DDB6C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BFF0B6-DB6F-1F22-F5C9-83F37E6B752C}"/>
              </a:ext>
            </a:extLst>
          </p:cNvPr>
          <p:cNvSpPr>
            <a:spLocks noGrp="1"/>
          </p:cNvSpPr>
          <p:nvPr>
            <p:ph type="sldNum" sz="quarter" idx="12"/>
          </p:nvPr>
        </p:nvSpPr>
        <p:spPr/>
        <p:txBody>
          <a:bodyPr/>
          <a:lstStyle/>
          <a:p>
            <a:fld id="{93F03EF3-9E71-4741-B982-05D4E5A106C8}" type="slidenum">
              <a:rPr lang="en-US" smtClean="0"/>
              <a:t>‹#›</a:t>
            </a:fld>
            <a:endParaRPr lang="en-US"/>
          </a:p>
        </p:txBody>
      </p:sp>
    </p:spTree>
    <p:extLst>
      <p:ext uri="{BB962C8B-B14F-4D97-AF65-F5344CB8AC3E}">
        <p14:creationId xmlns:p14="http://schemas.microsoft.com/office/powerpoint/2010/main" val="1588585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BA879-7C26-4247-69C3-14F0F1C820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2B3FF0-EA5D-9CEC-7321-49142A6B1A3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271702-8317-0C05-66D1-51B289D4B9A2}"/>
              </a:ext>
            </a:extLst>
          </p:cNvPr>
          <p:cNvSpPr>
            <a:spLocks noGrp="1"/>
          </p:cNvSpPr>
          <p:nvPr>
            <p:ph type="dt" sz="half" idx="10"/>
          </p:nvPr>
        </p:nvSpPr>
        <p:spPr/>
        <p:txBody>
          <a:bodyPr/>
          <a:lstStyle/>
          <a:p>
            <a:fld id="{FBCED503-42ED-4CD9-B43A-ED9B463565EA}" type="datetimeFigureOut">
              <a:rPr lang="en-US" smtClean="0"/>
              <a:t>1/17/2026</a:t>
            </a:fld>
            <a:endParaRPr lang="en-US"/>
          </a:p>
        </p:txBody>
      </p:sp>
      <p:sp>
        <p:nvSpPr>
          <p:cNvPr id="5" name="Footer Placeholder 4">
            <a:extLst>
              <a:ext uri="{FF2B5EF4-FFF2-40B4-BE49-F238E27FC236}">
                <a16:creationId xmlns:a16="http://schemas.microsoft.com/office/drawing/2014/main" id="{0CD57717-8DF5-C407-071A-D5D0E1B7AA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88E1A9-DF71-8198-B078-E194E40A9A13}"/>
              </a:ext>
            </a:extLst>
          </p:cNvPr>
          <p:cNvSpPr>
            <a:spLocks noGrp="1"/>
          </p:cNvSpPr>
          <p:nvPr>
            <p:ph type="sldNum" sz="quarter" idx="12"/>
          </p:nvPr>
        </p:nvSpPr>
        <p:spPr/>
        <p:txBody>
          <a:bodyPr/>
          <a:lstStyle/>
          <a:p>
            <a:fld id="{93F03EF3-9E71-4741-B982-05D4E5A106C8}" type="slidenum">
              <a:rPr lang="en-US" smtClean="0"/>
              <a:t>‹#›</a:t>
            </a:fld>
            <a:endParaRPr lang="en-US"/>
          </a:p>
        </p:txBody>
      </p:sp>
    </p:spTree>
    <p:extLst>
      <p:ext uri="{BB962C8B-B14F-4D97-AF65-F5344CB8AC3E}">
        <p14:creationId xmlns:p14="http://schemas.microsoft.com/office/powerpoint/2010/main" val="39023386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40D6C-A6E2-06A1-DFDD-2621962850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1B1D4C5-3B03-7CC7-A17F-EDFCD3FDB62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D81319-9152-2B57-53A6-079F1292DF27}"/>
              </a:ext>
            </a:extLst>
          </p:cNvPr>
          <p:cNvSpPr>
            <a:spLocks noGrp="1"/>
          </p:cNvSpPr>
          <p:nvPr>
            <p:ph type="dt" sz="half" idx="10"/>
          </p:nvPr>
        </p:nvSpPr>
        <p:spPr/>
        <p:txBody>
          <a:bodyPr/>
          <a:lstStyle/>
          <a:p>
            <a:fld id="{FBCED503-42ED-4CD9-B43A-ED9B463565EA}" type="datetimeFigureOut">
              <a:rPr lang="en-US" smtClean="0"/>
              <a:t>1/17/2026</a:t>
            </a:fld>
            <a:endParaRPr lang="en-US"/>
          </a:p>
        </p:txBody>
      </p:sp>
      <p:sp>
        <p:nvSpPr>
          <p:cNvPr id="5" name="Footer Placeholder 4">
            <a:extLst>
              <a:ext uri="{FF2B5EF4-FFF2-40B4-BE49-F238E27FC236}">
                <a16:creationId xmlns:a16="http://schemas.microsoft.com/office/drawing/2014/main" id="{AADBA456-AD92-47CB-87B3-5DDE0F9C77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67FEF8-9956-8347-694C-9372B0B28559}"/>
              </a:ext>
            </a:extLst>
          </p:cNvPr>
          <p:cNvSpPr>
            <a:spLocks noGrp="1"/>
          </p:cNvSpPr>
          <p:nvPr>
            <p:ph type="sldNum" sz="quarter" idx="12"/>
          </p:nvPr>
        </p:nvSpPr>
        <p:spPr/>
        <p:txBody>
          <a:bodyPr/>
          <a:lstStyle/>
          <a:p>
            <a:fld id="{93F03EF3-9E71-4741-B982-05D4E5A106C8}" type="slidenum">
              <a:rPr lang="en-US" smtClean="0"/>
              <a:t>‹#›</a:t>
            </a:fld>
            <a:endParaRPr lang="en-US"/>
          </a:p>
        </p:txBody>
      </p:sp>
    </p:spTree>
    <p:extLst>
      <p:ext uri="{BB962C8B-B14F-4D97-AF65-F5344CB8AC3E}">
        <p14:creationId xmlns:p14="http://schemas.microsoft.com/office/powerpoint/2010/main" val="3958956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17910-6DB4-60EE-2125-DFBC170459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18880B-D809-ACF7-F993-FC8418FBFF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58E465-F783-D694-AB80-72B1687AD7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2F06F48-FE2C-117E-2664-73BF534C4FEF}"/>
              </a:ext>
            </a:extLst>
          </p:cNvPr>
          <p:cNvSpPr>
            <a:spLocks noGrp="1"/>
          </p:cNvSpPr>
          <p:nvPr>
            <p:ph type="dt" sz="half" idx="10"/>
          </p:nvPr>
        </p:nvSpPr>
        <p:spPr/>
        <p:txBody>
          <a:bodyPr/>
          <a:lstStyle/>
          <a:p>
            <a:fld id="{FBCED503-42ED-4CD9-B43A-ED9B463565EA}" type="datetimeFigureOut">
              <a:rPr lang="en-US" smtClean="0"/>
              <a:t>1/17/2026</a:t>
            </a:fld>
            <a:endParaRPr lang="en-US"/>
          </a:p>
        </p:txBody>
      </p:sp>
      <p:sp>
        <p:nvSpPr>
          <p:cNvPr id="6" name="Footer Placeholder 5">
            <a:extLst>
              <a:ext uri="{FF2B5EF4-FFF2-40B4-BE49-F238E27FC236}">
                <a16:creationId xmlns:a16="http://schemas.microsoft.com/office/drawing/2014/main" id="{F8F4E419-B04F-F08D-76C7-FE48A96B21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0F8F02-0602-45C7-B153-6A51BB8A41A9}"/>
              </a:ext>
            </a:extLst>
          </p:cNvPr>
          <p:cNvSpPr>
            <a:spLocks noGrp="1"/>
          </p:cNvSpPr>
          <p:nvPr>
            <p:ph type="sldNum" sz="quarter" idx="12"/>
          </p:nvPr>
        </p:nvSpPr>
        <p:spPr/>
        <p:txBody>
          <a:bodyPr/>
          <a:lstStyle/>
          <a:p>
            <a:fld id="{93F03EF3-9E71-4741-B982-05D4E5A106C8}" type="slidenum">
              <a:rPr lang="en-US" smtClean="0"/>
              <a:t>‹#›</a:t>
            </a:fld>
            <a:endParaRPr lang="en-US"/>
          </a:p>
        </p:txBody>
      </p:sp>
    </p:spTree>
    <p:extLst>
      <p:ext uri="{BB962C8B-B14F-4D97-AF65-F5344CB8AC3E}">
        <p14:creationId xmlns:p14="http://schemas.microsoft.com/office/powerpoint/2010/main" val="1474263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69605-A2DE-0037-7E23-E580F90C2B2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677E627-DD31-1C4E-AE80-DEDEE32047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96EE26-5B8E-1BFF-C44C-5C8734F62C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B45722-AF78-BE38-D7B1-C2AD8C27A0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6618C7-C406-458A-5DF5-131F71F0F17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85C661-5B30-14A5-1CA6-27C2B673B5D9}"/>
              </a:ext>
            </a:extLst>
          </p:cNvPr>
          <p:cNvSpPr>
            <a:spLocks noGrp="1"/>
          </p:cNvSpPr>
          <p:nvPr>
            <p:ph type="dt" sz="half" idx="10"/>
          </p:nvPr>
        </p:nvSpPr>
        <p:spPr/>
        <p:txBody>
          <a:bodyPr/>
          <a:lstStyle/>
          <a:p>
            <a:fld id="{FBCED503-42ED-4CD9-B43A-ED9B463565EA}" type="datetimeFigureOut">
              <a:rPr lang="en-US" smtClean="0"/>
              <a:t>1/17/2026</a:t>
            </a:fld>
            <a:endParaRPr lang="en-US"/>
          </a:p>
        </p:txBody>
      </p:sp>
      <p:sp>
        <p:nvSpPr>
          <p:cNvPr id="8" name="Footer Placeholder 7">
            <a:extLst>
              <a:ext uri="{FF2B5EF4-FFF2-40B4-BE49-F238E27FC236}">
                <a16:creationId xmlns:a16="http://schemas.microsoft.com/office/drawing/2014/main" id="{7E3847CE-072F-C2AA-6B62-20201AACA5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176F4D2-6ABF-7CF6-5D0E-FD1A25D167ED}"/>
              </a:ext>
            </a:extLst>
          </p:cNvPr>
          <p:cNvSpPr>
            <a:spLocks noGrp="1"/>
          </p:cNvSpPr>
          <p:nvPr>
            <p:ph type="sldNum" sz="quarter" idx="12"/>
          </p:nvPr>
        </p:nvSpPr>
        <p:spPr/>
        <p:txBody>
          <a:bodyPr/>
          <a:lstStyle/>
          <a:p>
            <a:fld id="{93F03EF3-9E71-4741-B982-05D4E5A106C8}" type="slidenum">
              <a:rPr lang="en-US" smtClean="0"/>
              <a:t>‹#›</a:t>
            </a:fld>
            <a:endParaRPr lang="en-US"/>
          </a:p>
        </p:txBody>
      </p:sp>
    </p:spTree>
    <p:extLst>
      <p:ext uri="{BB962C8B-B14F-4D97-AF65-F5344CB8AC3E}">
        <p14:creationId xmlns:p14="http://schemas.microsoft.com/office/powerpoint/2010/main" val="717014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100F4-894A-04B2-3CBB-3E0FD2C8D67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3A3630-81C3-7AC6-01CA-54AA36488DBC}"/>
              </a:ext>
            </a:extLst>
          </p:cNvPr>
          <p:cNvSpPr>
            <a:spLocks noGrp="1"/>
          </p:cNvSpPr>
          <p:nvPr>
            <p:ph type="dt" sz="half" idx="10"/>
          </p:nvPr>
        </p:nvSpPr>
        <p:spPr/>
        <p:txBody>
          <a:bodyPr/>
          <a:lstStyle/>
          <a:p>
            <a:fld id="{FBCED503-42ED-4CD9-B43A-ED9B463565EA}" type="datetimeFigureOut">
              <a:rPr lang="en-US" smtClean="0"/>
              <a:t>1/17/2026</a:t>
            </a:fld>
            <a:endParaRPr lang="en-US"/>
          </a:p>
        </p:txBody>
      </p:sp>
      <p:sp>
        <p:nvSpPr>
          <p:cNvPr id="4" name="Footer Placeholder 3">
            <a:extLst>
              <a:ext uri="{FF2B5EF4-FFF2-40B4-BE49-F238E27FC236}">
                <a16:creationId xmlns:a16="http://schemas.microsoft.com/office/drawing/2014/main" id="{07AD21B6-D1C8-C84B-C37E-11BF2956ED9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D84478-5550-65CC-50A4-7FA33A59551F}"/>
              </a:ext>
            </a:extLst>
          </p:cNvPr>
          <p:cNvSpPr>
            <a:spLocks noGrp="1"/>
          </p:cNvSpPr>
          <p:nvPr>
            <p:ph type="sldNum" sz="quarter" idx="12"/>
          </p:nvPr>
        </p:nvSpPr>
        <p:spPr/>
        <p:txBody>
          <a:bodyPr/>
          <a:lstStyle/>
          <a:p>
            <a:fld id="{93F03EF3-9E71-4741-B982-05D4E5A106C8}" type="slidenum">
              <a:rPr lang="en-US" smtClean="0"/>
              <a:t>‹#›</a:t>
            </a:fld>
            <a:endParaRPr lang="en-US"/>
          </a:p>
        </p:txBody>
      </p:sp>
    </p:spTree>
    <p:extLst>
      <p:ext uri="{BB962C8B-B14F-4D97-AF65-F5344CB8AC3E}">
        <p14:creationId xmlns:p14="http://schemas.microsoft.com/office/powerpoint/2010/main" val="2463957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272A8E-F791-77CB-20A7-E7690ACE7F28}"/>
              </a:ext>
            </a:extLst>
          </p:cNvPr>
          <p:cNvSpPr>
            <a:spLocks noGrp="1"/>
          </p:cNvSpPr>
          <p:nvPr>
            <p:ph type="dt" sz="half" idx="10"/>
          </p:nvPr>
        </p:nvSpPr>
        <p:spPr/>
        <p:txBody>
          <a:bodyPr/>
          <a:lstStyle/>
          <a:p>
            <a:fld id="{FBCED503-42ED-4CD9-B43A-ED9B463565EA}" type="datetimeFigureOut">
              <a:rPr lang="en-US" smtClean="0"/>
              <a:t>1/17/2026</a:t>
            </a:fld>
            <a:endParaRPr lang="en-US"/>
          </a:p>
        </p:txBody>
      </p:sp>
      <p:sp>
        <p:nvSpPr>
          <p:cNvPr id="3" name="Footer Placeholder 2">
            <a:extLst>
              <a:ext uri="{FF2B5EF4-FFF2-40B4-BE49-F238E27FC236}">
                <a16:creationId xmlns:a16="http://schemas.microsoft.com/office/drawing/2014/main" id="{032276CF-95B9-252E-BC2B-EB344285D4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95F6530-CA18-CDE0-F898-9A90CD872A93}"/>
              </a:ext>
            </a:extLst>
          </p:cNvPr>
          <p:cNvSpPr>
            <a:spLocks noGrp="1"/>
          </p:cNvSpPr>
          <p:nvPr>
            <p:ph type="sldNum" sz="quarter" idx="12"/>
          </p:nvPr>
        </p:nvSpPr>
        <p:spPr/>
        <p:txBody>
          <a:bodyPr/>
          <a:lstStyle/>
          <a:p>
            <a:fld id="{93F03EF3-9E71-4741-B982-05D4E5A106C8}" type="slidenum">
              <a:rPr lang="en-US" smtClean="0"/>
              <a:t>‹#›</a:t>
            </a:fld>
            <a:endParaRPr lang="en-US"/>
          </a:p>
        </p:txBody>
      </p:sp>
    </p:spTree>
    <p:extLst>
      <p:ext uri="{BB962C8B-B14F-4D97-AF65-F5344CB8AC3E}">
        <p14:creationId xmlns:p14="http://schemas.microsoft.com/office/powerpoint/2010/main" val="1203778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835633-27AD-1C6B-A8B4-99B6387932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548AB9F-1DFE-2A64-E14B-01D7A5DE2A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4D6A7D-AE6E-AFF5-4239-7C76845D0E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8A0E84-A315-72D1-9506-58E5024A987C}"/>
              </a:ext>
            </a:extLst>
          </p:cNvPr>
          <p:cNvSpPr>
            <a:spLocks noGrp="1"/>
          </p:cNvSpPr>
          <p:nvPr>
            <p:ph type="dt" sz="half" idx="10"/>
          </p:nvPr>
        </p:nvSpPr>
        <p:spPr/>
        <p:txBody>
          <a:bodyPr/>
          <a:lstStyle/>
          <a:p>
            <a:fld id="{FBCED503-42ED-4CD9-B43A-ED9B463565EA}" type="datetimeFigureOut">
              <a:rPr lang="en-US" smtClean="0"/>
              <a:t>1/17/2026</a:t>
            </a:fld>
            <a:endParaRPr lang="en-US"/>
          </a:p>
        </p:txBody>
      </p:sp>
      <p:sp>
        <p:nvSpPr>
          <p:cNvPr id="6" name="Footer Placeholder 5">
            <a:extLst>
              <a:ext uri="{FF2B5EF4-FFF2-40B4-BE49-F238E27FC236}">
                <a16:creationId xmlns:a16="http://schemas.microsoft.com/office/drawing/2014/main" id="{1CD3E5A2-56E7-FC50-2C26-98DE82188A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B3D698-A130-8885-A1A2-7DC5A62C518B}"/>
              </a:ext>
            </a:extLst>
          </p:cNvPr>
          <p:cNvSpPr>
            <a:spLocks noGrp="1"/>
          </p:cNvSpPr>
          <p:nvPr>
            <p:ph type="sldNum" sz="quarter" idx="12"/>
          </p:nvPr>
        </p:nvSpPr>
        <p:spPr/>
        <p:txBody>
          <a:bodyPr/>
          <a:lstStyle/>
          <a:p>
            <a:fld id="{93F03EF3-9E71-4741-B982-05D4E5A106C8}" type="slidenum">
              <a:rPr lang="en-US" smtClean="0"/>
              <a:t>‹#›</a:t>
            </a:fld>
            <a:endParaRPr lang="en-US"/>
          </a:p>
        </p:txBody>
      </p:sp>
    </p:spTree>
    <p:extLst>
      <p:ext uri="{BB962C8B-B14F-4D97-AF65-F5344CB8AC3E}">
        <p14:creationId xmlns:p14="http://schemas.microsoft.com/office/powerpoint/2010/main" val="977657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C9A4F-6F1F-50C7-2F40-45B1558842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CA3E989-125D-AF89-60C7-339509ECFB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ED937F-6F4F-40D0-A53E-33C2FF0F99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69DDEF-D305-76CB-D034-FB297743D8CD}"/>
              </a:ext>
            </a:extLst>
          </p:cNvPr>
          <p:cNvSpPr>
            <a:spLocks noGrp="1"/>
          </p:cNvSpPr>
          <p:nvPr>
            <p:ph type="dt" sz="half" idx="10"/>
          </p:nvPr>
        </p:nvSpPr>
        <p:spPr/>
        <p:txBody>
          <a:bodyPr/>
          <a:lstStyle/>
          <a:p>
            <a:fld id="{FBCED503-42ED-4CD9-B43A-ED9B463565EA}" type="datetimeFigureOut">
              <a:rPr lang="en-US" smtClean="0"/>
              <a:t>1/17/2026</a:t>
            </a:fld>
            <a:endParaRPr lang="en-US"/>
          </a:p>
        </p:txBody>
      </p:sp>
      <p:sp>
        <p:nvSpPr>
          <p:cNvPr id="6" name="Footer Placeholder 5">
            <a:extLst>
              <a:ext uri="{FF2B5EF4-FFF2-40B4-BE49-F238E27FC236}">
                <a16:creationId xmlns:a16="http://schemas.microsoft.com/office/drawing/2014/main" id="{5BBCE2C9-BF9D-278B-B652-6E315AD897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F84B9C-85B4-C405-6474-8C3311BE5871}"/>
              </a:ext>
            </a:extLst>
          </p:cNvPr>
          <p:cNvSpPr>
            <a:spLocks noGrp="1"/>
          </p:cNvSpPr>
          <p:nvPr>
            <p:ph type="sldNum" sz="quarter" idx="12"/>
          </p:nvPr>
        </p:nvSpPr>
        <p:spPr/>
        <p:txBody>
          <a:bodyPr/>
          <a:lstStyle/>
          <a:p>
            <a:fld id="{93F03EF3-9E71-4741-B982-05D4E5A106C8}" type="slidenum">
              <a:rPr lang="en-US" smtClean="0"/>
              <a:t>‹#›</a:t>
            </a:fld>
            <a:endParaRPr lang="en-US"/>
          </a:p>
        </p:txBody>
      </p:sp>
    </p:spTree>
    <p:extLst>
      <p:ext uri="{BB962C8B-B14F-4D97-AF65-F5344CB8AC3E}">
        <p14:creationId xmlns:p14="http://schemas.microsoft.com/office/powerpoint/2010/main" val="210077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07158-FE96-4808-7C20-64C18700BE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2DAD114-E868-9545-A57E-FCD6BA1FEF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313AF86-A5FA-570B-8F72-2B35AD07E33F}"/>
              </a:ext>
            </a:extLst>
          </p:cNvPr>
          <p:cNvSpPr>
            <a:spLocks noGrp="1"/>
          </p:cNvSpPr>
          <p:nvPr>
            <p:ph type="dt" sz="half" idx="10"/>
          </p:nvPr>
        </p:nvSpPr>
        <p:spPr/>
        <p:txBody>
          <a:bodyPr/>
          <a:lstStyle/>
          <a:p>
            <a:fld id="{FBCED503-42ED-4CD9-B43A-ED9B463565EA}" type="datetimeFigureOut">
              <a:rPr lang="en-US" smtClean="0"/>
              <a:t>1/17/2026</a:t>
            </a:fld>
            <a:endParaRPr lang="en-US"/>
          </a:p>
        </p:txBody>
      </p:sp>
      <p:sp>
        <p:nvSpPr>
          <p:cNvPr id="5" name="Footer Placeholder 4">
            <a:extLst>
              <a:ext uri="{FF2B5EF4-FFF2-40B4-BE49-F238E27FC236}">
                <a16:creationId xmlns:a16="http://schemas.microsoft.com/office/drawing/2014/main" id="{2E9EE382-7FD2-70C5-06AB-670894E3C8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3C020B-1D83-AF0B-AED8-853C855FB9FF}"/>
              </a:ext>
            </a:extLst>
          </p:cNvPr>
          <p:cNvSpPr>
            <a:spLocks noGrp="1"/>
          </p:cNvSpPr>
          <p:nvPr>
            <p:ph type="sldNum" sz="quarter" idx="12"/>
          </p:nvPr>
        </p:nvSpPr>
        <p:spPr/>
        <p:txBody>
          <a:bodyPr/>
          <a:lstStyle/>
          <a:p>
            <a:fld id="{93F03EF3-9E71-4741-B982-05D4E5A106C8}" type="slidenum">
              <a:rPr lang="en-US" smtClean="0"/>
              <a:t>‹#›</a:t>
            </a:fld>
            <a:endParaRPr lang="en-US"/>
          </a:p>
        </p:txBody>
      </p:sp>
    </p:spTree>
    <p:extLst>
      <p:ext uri="{BB962C8B-B14F-4D97-AF65-F5344CB8AC3E}">
        <p14:creationId xmlns:p14="http://schemas.microsoft.com/office/powerpoint/2010/main" val="346792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D8A09B-6A16-CEF2-D8EE-8102FDE7FDD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ED841A7-AC56-2F91-D790-1838FAEFB1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945E66-3A6F-E5A2-CF7C-E63352106EBF}"/>
              </a:ext>
            </a:extLst>
          </p:cNvPr>
          <p:cNvSpPr>
            <a:spLocks noGrp="1"/>
          </p:cNvSpPr>
          <p:nvPr>
            <p:ph type="dt" sz="half" idx="10"/>
          </p:nvPr>
        </p:nvSpPr>
        <p:spPr/>
        <p:txBody>
          <a:bodyPr/>
          <a:lstStyle/>
          <a:p>
            <a:fld id="{FBCED503-42ED-4CD9-B43A-ED9B463565EA}" type="datetimeFigureOut">
              <a:rPr lang="en-US" smtClean="0"/>
              <a:t>1/17/2026</a:t>
            </a:fld>
            <a:endParaRPr lang="en-US"/>
          </a:p>
        </p:txBody>
      </p:sp>
      <p:sp>
        <p:nvSpPr>
          <p:cNvPr id="5" name="Footer Placeholder 4">
            <a:extLst>
              <a:ext uri="{FF2B5EF4-FFF2-40B4-BE49-F238E27FC236}">
                <a16:creationId xmlns:a16="http://schemas.microsoft.com/office/drawing/2014/main" id="{8E770258-C43D-A424-2E2A-24B1AFF471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75E0AD-3BD9-BE6A-E44D-79D2C44A2DA2}"/>
              </a:ext>
            </a:extLst>
          </p:cNvPr>
          <p:cNvSpPr>
            <a:spLocks noGrp="1"/>
          </p:cNvSpPr>
          <p:nvPr>
            <p:ph type="sldNum" sz="quarter" idx="12"/>
          </p:nvPr>
        </p:nvSpPr>
        <p:spPr/>
        <p:txBody>
          <a:bodyPr/>
          <a:lstStyle/>
          <a:p>
            <a:fld id="{93F03EF3-9E71-4741-B982-05D4E5A106C8}" type="slidenum">
              <a:rPr lang="en-US" smtClean="0"/>
              <a:t>‹#›</a:t>
            </a:fld>
            <a:endParaRPr lang="en-US"/>
          </a:p>
        </p:txBody>
      </p:sp>
    </p:spTree>
    <p:extLst>
      <p:ext uri="{BB962C8B-B14F-4D97-AF65-F5344CB8AC3E}">
        <p14:creationId xmlns:p14="http://schemas.microsoft.com/office/powerpoint/2010/main" val="27071427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Large image with title light">
    <p:spTree>
      <p:nvGrpSpPr>
        <p:cNvPr id="1" name=""/>
        <p:cNvGrpSpPr/>
        <p:nvPr/>
      </p:nvGrpSpPr>
      <p:grpSpPr>
        <a:xfrm>
          <a:off x="0" y="0"/>
          <a:ext cx="0" cy="0"/>
          <a:chOff x="0" y="0"/>
          <a:chExt cx="0" cy="0"/>
        </a:xfrm>
      </p:grpSpPr>
      <p:sp>
        <p:nvSpPr>
          <p:cNvPr id="5" name="Picture Placeholder 7">
            <a:extLst>
              <a:ext uri="{FF2B5EF4-FFF2-40B4-BE49-F238E27FC236}">
                <a16:creationId xmlns:a16="http://schemas.microsoft.com/office/drawing/2014/main" id="{E757B982-FF4B-4902-B808-FC325983FD9C}"/>
              </a:ext>
            </a:extLst>
          </p:cNvPr>
          <p:cNvSpPr>
            <a:spLocks noGrp="1"/>
          </p:cNvSpPr>
          <p:nvPr>
            <p:ph type="pic" sz="quarter" idx="13" hasCustomPrompt="1"/>
          </p:nvPr>
        </p:nvSpPr>
        <p:spPr>
          <a:xfrm flipH="1">
            <a:off x="0" y="0"/>
            <a:ext cx="12192000" cy="6858000"/>
          </a:xfrm>
          <a:solidFill>
            <a:schemeClr val="accent5">
              <a:lumMod val="20000"/>
              <a:lumOff val="80000"/>
            </a:schemeClr>
          </a:solidFill>
        </p:spPr>
        <p:txBody>
          <a:bodyPr anchor="ctr"/>
          <a:lstStyle>
            <a:lvl1pPr marL="0" indent="0" algn="ctr">
              <a:buNone/>
              <a:defRPr>
                <a:solidFill>
                  <a:schemeClr val="tx1"/>
                </a:solidFill>
              </a:defRPr>
            </a:lvl1pPr>
          </a:lstStyle>
          <a:p>
            <a:r>
              <a:rPr lang="en-US" dirty="0"/>
              <a:t>Click to add photo</a:t>
            </a:r>
          </a:p>
        </p:txBody>
      </p:sp>
      <p:sp>
        <p:nvSpPr>
          <p:cNvPr id="2" name="Title 1">
            <a:extLst>
              <a:ext uri="{FF2B5EF4-FFF2-40B4-BE49-F238E27FC236}">
                <a16:creationId xmlns:a16="http://schemas.microsoft.com/office/drawing/2014/main" id="{4D7337BF-9564-499D-91CE-9DDD9C969339}"/>
              </a:ext>
            </a:extLst>
          </p:cNvPr>
          <p:cNvSpPr>
            <a:spLocks noGrp="1"/>
          </p:cNvSpPr>
          <p:nvPr>
            <p:ph type="title" hasCustomPrompt="1"/>
          </p:nvPr>
        </p:nvSpPr>
        <p:spPr>
          <a:xfrm>
            <a:off x="1403350" y="969264"/>
            <a:ext cx="9385300" cy="985791"/>
          </a:xfrm>
        </p:spPr>
        <p:txBody>
          <a:bodyPr>
            <a:noAutofit/>
          </a:bodyPr>
          <a:lstStyle>
            <a:lvl1pPr algn="ctr">
              <a:defRPr sz="5400">
                <a:ln w="19050">
                  <a:solidFill>
                    <a:schemeClr val="bg1"/>
                  </a:solidFill>
                </a:ln>
              </a:defRPr>
            </a:lvl1pPr>
          </a:lstStyle>
          <a:p>
            <a:r>
              <a:rPr lang="en-US" dirty="0"/>
              <a:t>Click to add title</a:t>
            </a:r>
          </a:p>
        </p:txBody>
      </p:sp>
      <p:sp>
        <p:nvSpPr>
          <p:cNvPr id="3" name="Text Placeholder 17">
            <a:extLst>
              <a:ext uri="{FF2B5EF4-FFF2-40B4-BE49-F238E27FC236}">
                <a16:creationId xmlns:a16="http://schemas.microsoft.com/office/drawing/2014/main" id="{C3361FAE-BAA8-1A51-7D5B-979BDA86E41F}"/>
              </a:ext>
            </a:extLst>
          </p:cNvPr>
          <p:cNvSpPr>
            <a:spLocks noGrp="1"/>
          </p:cNvSpPr>
          <p:nvPr>
            <p:ph type="body" sz="quarter" idx="15" hasCustomPrompt="1"/>
          </p:nvPr>
        </p:nvSpPr>
        <p:spPr>
          <a:xfrm>
            <a:off x="3709416" y="603504"/>
            <a:ext cx="4773168" cy="365760"/>
          </a:xfrm>
        </p:spPr>
        <p:txBody>
          <a:bodyPr>
            <a:noAutofit/>
          </a:bodyPr>
          <a:lstStyle>
            <a:lvl1pPr marL="0" indent="0" algn="ctr">
              <a:buNone/>
              <a:defRPr sz="1800" cap="all" spc="100" baseline="0">
                <a:solidFill>
                  <a:schemeClr val="bg1"/>
                </a:solidFill>
                <a:latin typeface="+mj-lt"/>
              </a:defRPr>
            </a:lvl1pPr>
          </a:lstStyle>
          <a:p>
            <a:pPr lvl="0"/>
            <a:r>
              <a:rPr lang="en-US"/>
              <a:t>Click to add name</a:t>
            </a:r>
          </a:p>
        </p:txBody>
      </p:sp>
    </p:spTree>
    <p:extLst>
      <p:ext uri="{BB962C8B-B14F-4D97-AF65-F5344CB8AC3E}">
        <p14:creationId xmlns:p14="http://schemas.microsoft.com/office/powerpoint/2010/main" val="3129939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Large image with title dark">
    <p:spTree>
      <p:nvGrpSpPr>
        <p:cNvPr id="1" name=""/>
        <p:cNvGrpSpPr/>
        <p:nvPr/>
      </p:nvGrpSpPr>
      <p:grpSpPr>
        <a:xfrm>
          <a:off x="0" y="0"/>
          <a:ext cx="0" cy="0"/>
          <a:chOff x="0" y="0"/>
          <a:chExt cx="0" cy="0"/>
        </a:xfrm>
      </p:grpSpPr>
      <p:sp>
        <p:nvSpPr>
          <p:cNvPr id="5" name="Picture Placeholder 7">
            <a:extLst>
              <a:ext uri="{FF2B5EF4-FFF2-40B4-BE49-F238E27FC236}">
                <a16:creationId xmlns:a16="http://schemas.microsoft.com/office/drawing/2014/main" id="{E757B982-FF4B-4902-B808-FC325983FD9C}"/>
              </a:ext>
            </a:extLst>
          </p:cNvPr>
          <p:cNvSpPr>
            <a:spLocks noGrp="1"/>
          </p:cNvSpPr>
          <p:nvPr>
            <p:ph type="pic" sz="quarter" idx="13" hasCustomPrompt="1"/>
          </p:nvPr>
        </p:nvSpPr>
        <p:spPr>
          <a:xfrm flipH="1">
            <a:off x="0" y="0"/>
            <a:ext cx="12192000" cy="6858000"/>
          </a:xfrm>
          <a:solidFill>
            <a:schemeClr val="accent5">
              <a:lumMod val="20000"/>
              <a:lumOff val="80000"/>
            </a:schemeClr>
          </a:solidFill>
        </p:spPr>
        <p:txBody>
          <a:bodyPr anchor="ctr"/>
          <a:lstStyle>
            <a:lvl1pPr marL="0" indent="0" algn="ctr">
              <a:buNone/>
              <a:defRPr>
                <a:solidFill>
                  <a:schemeClr val="tx1"/>
                </a:solidFill>
              </a:defRPr>
            </a:lvl1pPr>
          </a:lstStyle>
          <a:p>
            <a:r>
              <a:rPr lang="en-US" dirty="0"/>
              <a:t>Click to add photo</a:t>
            </a:r>
          </a:p>
        </p:txBody>
      </p:sp>
      <p:sp>
        <p:nvSpPr>
          <p:cNvPr id="2" name="Title 1">
            <a:extLst>
              <a:ext uri="{FF2B5EF4-FFF2-40B4-BE49-F238E27FC236}">
                <a16:creationId xmlns:a16="http://schemas.microsoft.com/office/drawing/2014/main" id="{4D7337BF-9564-499D-91CE-9DDD9C969339}"/>
              </a:ext>
            </a:extLst>
          </p:cNvPr>
          <p:cNvSpPr>
            <a:spLocks noGrp="1"/>
          </p:cNvSpPr>
          <p:nvPr>
            <p:ph type="title" hasCustomPrompt="1"/>
          </p:nvPr>
        </p:nvSpPr>
        <p:spPr>
          <a:xfrm>
            <a:off x="1403350" y="475488"/>
            <a:ext cx="9385300" cy="985791"/>
          </a:xfrm>
        </p:spPr>
        <p:txBody>
          <a:bodyPr>
            <a:noAutofit/>
          </a:bodyPr>
          <a:lstStyle>
            <a:lvl1pPr algn="ctr">
              <a:defRPr sz="5400">
                <a:ln w="19050">
                  <a:solidFill>
                    <a:schemeClr val="accent6">
                      <a:lumMod val="50000"/>
                    </a:schemeClr>
                  </a:solidFill>
                </a:ln>
              </a:defRPr>
            </a:lvl1pPr>
          </a:lstStyle>
          <a:p>
            <a:r>
              <a:rPr lang="en-US" dirty="0"/>
              <a:t>Click to add title</a:t>
            </a:r>
          </a:p>
        </p:txBody>
      </p:sp>
      <p:sp>
        <p:nvSpPr>
          <p:cNvPr id="3" name="Text Placeholder 17">
            <a:extLst>
              <a:ext uri="{FF2B5EF4-FFF2-40B4-BE49-F238E27FC236}">
                <a16:creationId xmlns:a16="http://schemas.microsoft.com/office/drawing/2014/main" id="{C3361FAE-BAA8-1A51-7D5B-979BDA86E41F}"/>
              </a:ext>
            </a:extLst>
          </p:cNvPr>
          <p:cNvSpPr>
            <a:spLocks noGrp="1"/>
          </p:cNvSpPr>
          <p:nvPr>
            <p:ph type="body" sz="quarter" idx="15" hasCustomPrompt="1"/>
          </p:nvPr>
        </p:nvSpPr>
        <p:spPr>
          <a:xfrm>
            <a:off x="3709416" y="1280160"/>
            <a:ext cx="4773168" cy="365760"/>
          </a:xfrm>
        </p:spPr>
        <p:txBody>
          <a:bodyPr>
            <a:noAutofit/>
          </a:bodyPr>
          <a:lstStyle>
            <a:lvl1pPr marL="0" indent="0" algn="ctr">
              <a:buNone/>
              <a:defRPr sz="1800" cap="all" spc="100" baseline="0">
                <a:solidFill>
                  <a:schemeClr val="accent6">
                    <a:lumMod val="50000"/>
                  </a:schemeClr>
                </a:solidFill>
                <a:latin typeface="+mj-lt"/>
              </a:defRPr>
            </a:lvl1pPr>
          </a:lstStyle>
          <a:p>
            <a:pPr lvl="0"/>
            <a:r>
              <a:rPr lang="en-US" dirty="0"/>
              <a:t>Click to add name</a:t>
            </a:r>
          </a:p>
        </p:txBody>
      </p:sp>
    </p:spTree>
    <p:extLst>
      <p:ext uri="{BB962C8B-B14F-4D97-AF65-F5344CB8AC3E}">
        <p14:creationId xmlns:p14="http://schemas.microsoft.com/office/powerpoint/2010/main" val="37700130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7C4F54-A502-F3E8-A9A5-84F40E9401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6912A29-CEB6-234D-1207-ED927B2322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63CDDE-3413-CA7E-4BA9-ADFFC0F7C1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BCED503-42ED-4CD9-B43A-ED9B463565EA}" type="datetimeFigureOut">
              <a:rPr lang="en-US" smtClean="0"/>
              <a:t>1/17/2026</a:t>
            </a:fld>
            <a:endParaRPr lang="en-US"/>
          </a:p>
        </p:txBody>
      </p:sp>
      <p:sp>
        <p:nvSpPr>
          <p:cNvPr id="5" name="Footer Placeholder 4">
            <a:extLst>
              <a:ext uri="{FF2B5EF4-FFF2-40B4-BE49-F238E27FC236}">
                <a16:creationId xmlns:a16="http://schemas.microsoft.com/office/drawing/2014/main" id="{9FC08791-B39E-CD37-613A-DC59EF2B6A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90F665E-7E44-CCE0-84A1-A6024FF4C5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F03EF3-9E71-4741-B982-05D4E5A106C8}" type="slidenum">
              <a:rPr lang="en-US" smtClean="0"/>
              <a:t>‹#›</a:t>
            </a:fld>
            <a:endParaRPr lang="en-US"/>
          </a:p>
        </p:txBody>
      </p:sp>
    </p:spTree>
    <p:extLst>
      <p:ext uri="{BB962C8B-B14F-4D97-AF65-F5344CB8AC3E}">
        <p14:creationId xmlns:p14="http://schemas.microsoft.com/office/powerpoint/2010/main" val="1553439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diagramLayout" Target="../diagrams/layout2.xml"/><Relationship Id="rId7" Type="http://schemas.openxmlformats.org/officeDocument/2006/relationships/image" Target="../media/image7.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8" Type="http://schemas.openxmlformats.org/officeDocument/2006/relationships/image" Target="../media/image11.jpg"/><Relationship Id="rId3" Type="http://schemas.openxmlformats.org/officeDocument/2006/relationships/diagramLayout" Target="../diagrams/layout3.xml"/><Relationship Id="rId7" Type="http://schemas.openxmlformats.org/officeDocument/2006/relationships/image" Target="../media/image10.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FD384-C7D0-B723-2D89-925D7D34DFCD}"/>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DA6F201F-3C0F-A9F3-F7DA-B8F4CF10797C}"/>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90C9400D-13D6-E37D-52D3-8DEFA5C1CD6A}"/>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0" y="0"/>
            <a:ext cx="12192000" cy="6857999"/>
          </a:xfrm>
          <a:prstGeom prst="rect">
            <a:avLst/>
          </a:prstGeom>
          <a:ln>
            <a:noFill/>
          </a:ln>
          <a:effectLst>
            <a:softEdge rad="112500"/>
          </a:effectLst>
        </p:spPr>
      </p:pic>
    </p:spTree>
    <p:extLst>
      <p:ext uri="{BB962C8B-B14F-4D97-AF65-F5344CB8AC3E}">
        <p14:creationId xmlns:p14="http://schemas.microsoft.com/office/powerpoint/2010/main" val="67230487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4F0CE-4935-503B-E805-7CE6378858FB}"/>
              </a:ext>
            </a:extLst>
          </p:cNvPr>
          <p:cNvSpPr>
            <a:spLocks noGrp="1"/>
          </p:cNvSpPr>
          <p:nvPr>
            <p:ph type="title"/>
          </p:nvPr>
        </p:nvSpPr>
        <p:spPr>
          <a:xfrm>
            <a:off x="5868557" y="1138036"/>
            <a:ext cx="5444382" cy="1402470"/>
          </a:xfrm>
        </p:spPr>
        <p:txBody>
          <a:bodyPr anchor="t">
            <a:normAutofit/>
          </a:bodyPr>
          <a:lstStyle/>
          <a:p>
            <a:r>
              <a:rPr lang="en-US" sz="3000" b="1"/>
              <a:t>Current Situation</a:t>
            </a:r>
            <a:br>
              <a:rPr lang="en-US" sz="3000" b="1"/>
            </a:br>
            <a:r>
              <a:rPr lang="en-US" sz="3000"/>
              <a:t>Why Are Applications Made Online</a:t>
            </a:r>
          </a:p>
        </p:txBody>
      </p:sp>
      <p:pic>
        <p:nvPicPr>
          <p:cNvPr id="5" name="Picture 4" descr="Mobile device with apps">
            <a:extLst>
              <a:ext uri="{FF2B5EF4-FFF2-40B4-BE49-F238E27FC236}">
                <a16:creationId xmlns:a16="http://schemas.microsoft.com/office/drawing/2014/main" id="{1FBCDD39-5DF1-BC42-A0E7-30D9FCE15441}"/>
              </a:ext>
            </a:extLst>
          </p:cNvPr>
          <p:cNvPicPr>
            <a:picLocks noChangeAspect="1"/>
          </p:cNvPicPr>
          <p:nvPr/>
        </p:nvPicPr>
        <p:blipFill>
          <a:blip r:embed="rId2"/>
          <a:srcRect l="48660" r="9089"/>
          <a:stretch>
            <a:fillRect/>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BBAAD47-3375-11F7-2198-1F5DA9EF3FAA}"/>
              </a:ext>
            </a:extLst>
          </p:cNvPr>
          <p:cNvSpPr>
            <a:spLocks noGrp="1"/>
          </p:cNvSpPr>
          <p:nvPr>
            <p:ph idx="1"/>
          </p:nvPr>
        </p:nvSpPr>
        <p:spPr>
          <a:xfrm>
            <a:off x="5868557" y="2551176"/>
            <a:ext cx="5444382" cy="3591207"/>
          </a:xfrm>
        </p:spPr>
        <p:txBody>
          <a:bodyPr>
            <a:normAutofit/>
          </a:bodyPr>
          <a:lstStyle/>
          <a:p>
            <a:r>
              <a:rPr lang="en-US" sz="2000" dirty="0"/>
              <a:t>Online applications are significantly cheaper for both employers and applicants hence reducing expenses.  Students save on travel and printing costs for CVs and certifications.</a:t>
            </a:r>
          </a:p>
          <a:p>
            <a:r>
              <a:rPr lang="en-US" sz="2000" dirty="0"/>
              <a:t>Online platforms allow tertiaries to reach a much larger and more diverse pool of candidates across the country.</a:t>
            </a:r>
          </a:p>
          <a:p>
            <a:r>
              <a:rPr lang="en-US" sz="2000" dirty="0"/>
              <a:t>People can apply anytime, anywhere, using a smartphone or computer.</a:t>
            </a:r>
          </a:p>
        </p:txBody>
      </p:sp>
    </p:spTree>
    <p:extLst>
      <p:ext uri="{BB962C8B-B14F-4D97-AF65-F5344CB8AC3E}">
        <p14:creationId xmlns:p14="http://schemas.microsoft.com/office/powerpoint/2010/main" val="3756158178"/>
      </p:ext>
    </p:ext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11" name="Rectangle 10">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Connector 18">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20" name="Rectangle 19">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EE9DC0-2BE0-6A19-2396-C0501488F5C9}"/>
              </a:ext>
            </a:extLst>
          </p:cNvPr>
          <p:cNvSpPr>
            <a:spLocks noGrp="1"/>
          </p:cNvSpPr>
          <p:nvPr>
            <p:ph type="title"/>
          </p:nvPr>
        </p:nvSpPr>
        <p:spPr>
          <a:xfrm>
            <a:off x="1153618" y="1239927"/>
            <a:ext cx="4008586" cy="4680583"/>
          </a:xfrm>
        </p:spPr>
        <p:txBody>
          <a:bodyPr anchor="ctr">
            <a:normAutofit/>
          </a:bodyPr>
          <a:lstStyle/>
          <a:p>
            <a:r>
              <a:rPr lang="en-US" sz="5200"/>
              <a:t>IDENTIFIED PROBLEM </a:t>
            </a:r>
          </a:p>
        </p:txBody>
      </p:sp>
      <p:sp>
        <p:nvSpPr>
          <p:cNvPr id="3" name="Content Placeholder 2">
            <a:extLst>
              <a:ext uri="{FF2B5EF4-FFF2-40B4-BE49-F238E27FC236}">
                <a16:creationId xmlns:a16="http://schemas.microsoft.com/office/drawing/2014/main" id="{C5449E2C-0BA9-12B6-D3E5-B701603C3C13}"/>
              </a:ext>
            </a:extLst>
          </p:cNvPr>
          <p:cNvSpPr>
            <a:spLocks noGrp="1"/>
          </p:cNvSpPr>
          <p:nvPr>
            <p:ph idx="1"/>
          </p:nvPr>
        </p:nvSpPr>
        <p:spPr>
          <a:xfrm>
            <a:off x="6291923" y="1239927"/>
            <a:ext cx="4971824" cy="4680583"/>
          </a:xfrm>
        </p:spPr>
        <p:txBody>
          <a:bodyPr anchor="ctr">
            <a:normAutofit/>
          </a:bodyPr>
          <a:lstStyle/>
          <a:p>
            <a:r>
              <a:rPr lang="en-US" sz="2000"/>
              <a:t>Tertiary applications can be overwhelming for students that have applied/never applied before, because they have to find links of all available South African Institutions and also check the bursaries. The process of checking the valid SA private and public institutions, can be a lot. It is time consuming and very stressful as sometimes you might click links that redirect to the hackers page and risking your chances of being hacked, more especially you’ll be giving the hackers all your personal information. </a:t>
            </a:r>
          </a:p>
        </p:txBody>
      </p:sp>
    </p:spTree>
    <p:extLst>
      <p:ext uri="{BB962C8B-B14F-4D97-AF65-F5344CB8AC3E}">
        <p14:creationId xmlns:p14="http://schemas.microsoft.com/office/powerpoint/2010/main" val="2380212502"/>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19" name="Rectangle 18">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21" name="Rectangle 20">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F77B96-6FA9-3354-9F7B-F59ACF9579CD}"/>
              </a:ext>
            </a:extLst>
          </p:cNvPr>
          <p:cNvSpPr>
            <a:spLocks noGrp="1"/>
          </p:cNvSpPr>
          <p:nvPr>
            <p:ph type="title"/>
          </p:nvPr>
        </p:nvSpPr>
        <p:spPr>
          <a:xfrm>
            <a:off x="1153618" y="1239927"/>
            <a:ext cx="4008586" cy="4680583"/>
          </a:xfrm>
        </p:spPr>
        <p:txBody>
          <a:bodyPr anchor="ctr">
            <a:normAutofit/>
          </a:bodyPr>
          <a:lstStyle/>
          <a:p>
            <a:r>
              <a:rPr lang="en-US" sz="5200"/>
              <a:t>Our Solution : </a:t>
            </a:r>
            <a:br>
              <a:rPr lang="en-US" sz="5200"/>
            </a:br>
            <a:r>
              <a:rPr lang="en-US" sz="5200"/>
              <a:t>EDUNEXA</a:t>
            </a:r>
          </a:p>
        </p:txBody>
      </p:sp>
      <p:sp>
        <p:nvSpPr>
          <p:cNvPr id="3" name="Content Placeholder 2">
            <a:extLst>
              <a:ext uri="{FF2B5EF4-FFF2-40B4-BE49-F238E27FC236}">
                <a16:creationId xmlns:a16="http://schemas.microsoft.com/office/drawing/2014/main" id="{8C5415D4-A050-2FA8-B3DC-2CCA117B22C9}"/>
              </a:ext>
            </a:extLst>
          </p:cNvPr>
          <p:cNvSpPr>
            <a:spLocks noGrp="1"/>
          </p:cNvSpPr>
          <p:nvPr>
            <p:ph idx="1"/>
          </p:nvPr>
        </p:nvSpPr>
        <p:spPr>
          <a:xfrm>
            <a:off x="6291923" y="1239927"/>
            <a:ext cx="4971824" cy="4680583"/>
          </a:xfrm>
        </p:spPr>
        <p:txBody>
          <a:bodyPr anchor="ctr">
            <a:normAutofit/>
          </a:bodyPr>
          <a:lstStyle/>
          <a:p>
            <a:r>
              <a:rPr lang="en-US" sz="2000"/>
              <a:t>EduNexa is an online platform designed for students by a student. </a:t>
            </a:r>
          </a:p>
          <a:p>
            <a:r>
              <a:rPr lang="en-US" sz="2000"/>
              <a:t>It is a free online platform that has access to most SA private/public institutions and bursaries.</a:t>
            </a:r>
          </a:p>
          <a:p>
            <a:r>
              <a:rPr lang="en-US" sz="2000"/>
              <a:t>It is free, available and Accessible to all students. </a:t>
            </a:r>
          </a:p>
          <a:p>
            <a:r>
              <a:rPr lang="en-US" sz="2000"/>
              <a:t>It protect student data with transparency and responsibility.</a:t>
            </a:r>
          </a:p>
          <a:p>
            <a:r>
              <a:rPr lang="en-US" sz="2000"/>
              <a:t>Its a modern, fully connected, and 99.99 % free digital platform designed to simplify the tertiary application process for South African students. </a:t>
            </a:r>
          </a:p>
          <a:p>
            <a:endParaRPr lang="en-US" sz="2000"/>
          </a:p>
        </p:txBody>
      </p:sp>
    </p:spTree>
    <p:extLst>
      <p:ext uri="{BB962C8B-B14F-4D97-AF65-F5344CB8AC3E}">
        <p14:creationId xmlns:p14="http://schemas.microsoft.com/office/powerpoint/2010/main" val="2879982335"/>
      </p:ext>
    </p:ext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F8929D-BEEE-FDAC-A0FB-955F44C341A7}"/>
              </a:ext>
            </a:extLst>
          </p:cNvPr>
          <p:cNvSpPr>
            <a:spLocks noGrp="1"/>
          </p:cNvSpPr>
          <p:nvPr>
            <p:ph type="title"/>
          </p:nvPr>
        </p:nvSpPr>
        <p:spPr>
          <a:xfrm>
            <a:off x="838200" y="556995"/>
            <a:ext cx="10515600" cy="1133693"/>
          </a:xfrm>
        </p:spPr>
        <p:txBody>
          <a:bodyPr>
            <a:normAutofit/>
          </a:bodyPr>
          <a:lstStyle/>
          <a:p>
            <a:r>
              <a:rPr lang="en-US" sz="5200"/>
              <a:t>How It Works</a:t>
            </a:r>
          </a:p>
        </p:txBody>
      </p:sp>
      <p:graphicFrame>
        <p:nvGraphicFramePr>
          <p:cNvPr id="13" name="Content Placeholder 2">
            <a:extLst>
              <a:ext uri="{FF2B5EF4-FFF2-40B4-BE49-F238E27FC236}">
                <a16:creationId xmlns:a16="http://schemas.microsoft.com/office/drawing/2014/main" id="{0BAA8345-6F4E-1CE9-17D3-9C6D357D5039}"/>
              </a:ext>
            </a:extLst>
          </p:cNvPr>
          <p:cNvGraphicFramePr>
            <a:graphicFrameLocks noGrp="1"/>
          </p:cNvGraphicFramePr>
          <p:nvPr>
            <p:ph idx="1"/>
            <p:extLst>
              <p:ext uri="{D42A27DB-BD31-4B8C-83A1-F6EECF244321}">
                <p14:modId xmlns:p14="http://schemas.microsoft.com/office/powerpoint/2010/main" val="241805125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816560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45C07-5172-4507-31F5-083727A2AA45}"/>
              </a:ext>
            </a:extLst>
          </p:cNvPr>
          <p:cNvSpPr>
            <a:spLocks noGrp="1"/>
          </p:cNvSpPr>
          <p:nvPr>
            <p:ph type="title"/>
          </p:nvPr>
        </p:nvSpPr>
        <p:spPr/>
        <p:txBody>
          <a:bodyPr/>
          <a:lstStyle/>
          <a:p>
            <a:r>
              <a:rPr lang="en-US" dirty="0"/>
              <a:t>Tech Tools Used: </a:t>
            </a:r>
            <a:br>
              <a:rPr lang="en-US" dirty="0"/>
            </a:br>
            <a:r>
              <a:rPr lang="en-US" dirty="0">
                <a:solidFill>
                  <a:schemeClr val="accent1"/>
                </a:solidFill>
              </a:rPr>
              <a:t>Back-End</a:t>
            </a:r>
          </a:p>
        </p:txBody>
      </p:sp>
      <p:graphicFrame>
        <p:nvGraphicFramePr>
          <p:cNvPr id="9" name="Content Placeholder 6">
            <a:extLst>
              <a:ext uri="{FF2B5EF4-FFF2-40B4-BE49-F238E27FC236}">
                <a16:creationId xmlns:a16="http://schemas.microsoft.com/office/drawing/2014/main" id="{BF194D44-95A1-AC6B-FD79-035402756FB8}"/>
              </a:ext>
            </a:extLst>
          </p:cNvPr>
          <p:cNvGraphicFramePr>
            <a:graphicFrameLocks noGrp="1"/>
          </p:cNvGraphicFramePr>
          <p:nvPr>
            <p:ph idx="1"/>
            <p:extLst>
              <p:ext uri="{D42A27DB-BD31-4B8C-83A1-F6EECF244321}">
                <p14:modId xmlns:p14="http://schemas.microsoft.com/office/powerpoint/2010/main" val="89489938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9">
            <a:extLst>
              <a:ext uri="{FF2B5EF4-FFF2-40B4-BE49-F238E27FC236}">
                <a16:creationId xmlns:a16="http://schemas.microsoft.com/office/drawing/2014/main" id="{28C07944-054A-2680-FA60-458ED97C4CB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8200" y="3338512"/>
            <a:ext cx="1424662" cy="1325563"/>
          </a:xfrm>
          <a:prstGeom prst="rect">
            <a:avLst/>
          </a:prstGeom>
        </p:spPr>
      </p:pic>
      <p:pic>
        <p:nvPicPr>
          <p:cNvPr id="14" name="Picture 13">
            <a:extLst>
              <a:ext uri="{FF2B5EF4-FFF2-40B4-BE49-F238E27FC236}">
                <a16:creationId xmlns:a16="http://schemas.microsoft.com/office/drawing/2014/main" id="{26BC8BE2-C0B1-6E8D-C0EE-E864F91CAA0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8200" y="1825625"/>
            <a:ext cx="1424662" cy="1325563"/>
          </a:xfrm>
          <a:prstGeom prst="rect">
            <a:avLst/>
          </a:prstGeom>
        </p:spPr>
      </p:pic>
      <p:pic>
        <p:nvPicPr>
          <p:cNvPr id="4" name="Picture 3">
            <a:extLst>
              <a:ext uri="{FF2B5EF4-FFF2-40B4-BE49-F238E27FC236}">
                <a16:creationId xmlns:a16="http://schemas.microsoft.com/office/drawing/2014/main" id="{8E4DF95B-3C57-B6E4-91AC-06E58279A66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85329" y="4851399"/>
            <a:ext cx="1777533" cy="1514195"/>
          </a:xfrm>
          <a:prstGeom prst="rect">
            <a:avLst/>
          </a:prstGeom>
        </p:spPr>
      </p:pic>
    </p:spTree>
    <p:extLst>
      <p:ext uri="{BB962C8B-B14F-4D97-AF65-F5344CB8AC3E}">
        <p14:creationId xmlns:p14="http://schemas.microsoft.com/office/powerpoint/2010/main" val="297696269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wind"/>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369F2-8C6A-C292-A80A-682911115EA1}"/>
              </a:ext>
            </a:extLst>
          </p:cNvPr>
          <p:cNvSpPr>
            <a:spLocks noGrp="1"/>
          </p:cNvSpPr>
          <p:nvPr>
            <p:ph type="title"/>
          </p:nvPr>
        </p:nvSpPr>
        <p:spPr/>
        <p:txBody>
          <a:bodyPr/>
          <a:lstStyle/>
          <a:p>
            <a:r>
              <a:rPr lang="en-US" dirty="0"/>
              <a:t>Tech Tools </a:t>
            </a:r>
            <a:r>
              <a:rPr lang="en-US" dirty="0" err="1"/>
              <a:t>Cont</a:t>
            </a:r>
            <a:r>
              <a:rPr lang="en-US" dirty="0"/>
              <a:t> ….</a:t>
            </a:r>
            <a:br>
              <a:rPr lang="en-US" dirty="0"/>
            </a:br>
            <a:r>
              <a:rPr lang="en-US" dirty="0">
                <a:solidFill>
                  <a:schemeClr val="accent1"/>
                </a:solidFill>
              </a:rPr>
              <a:t>Front-End </a:t>
            </a:r>
          </a:p>
        </p:txBody>
      </p:sp>
      <p:graphicFrame>
        <p:nvGraphicFramePr>
          <p:cNvPr id="9" name="Content Placeholder 2">
            <a:extLst>
              <a:ext uri="{FF2B5EF4-FFF2-40B4-BE49-F238E27FC236}">
                <a16:creationId xmlns:a16="http://schemas.microsoft.com/office/drawing/2014/main" id="{24E9925E-9723-2375-0D81-6EC7851CAA8F}"/>
              </a:ext>
            </a:extLst>
          </p:cNvPr>
          <p:cNvGraphicFramePr>
            <a:graphicFrameLocks noGrp="1"/>
          </p:cNvGraphicFramePr>
          <p:nvPr>
            <p:ph idx="1"/>
            <p:extLst>
              <p:ext uri="{D42A27DB-BD31-4B8C-83A1-F6EECF244321}">
                <p14:modId xmlns:p14="http://schemas.microsoft.com/office/powerpoint/2010/main" val="386240892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Picture 9">
            <a:extLst>
              <a:ext uri="{FF2B5EF4-FFF2-40B4-BE49-F238E27FC236}">
                <a16:creationId xmlns:a16="http://schemas.microsoft.com/office/drawing/2014/main" id="{2FFA5F3C-CE5D-7140-6D74-36E0123ACB8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8199" y="1825625"/>
            <a:ext cx="1360269" cy="1821546"/>
          </a:xfrm>
          <a:prstGeom prst="rect">
            <a:avLst/>
          </a:prstGeom>
        </p:spPr>
      </p:pic>
      <p:sp>
        <p:nvSpPr>
          <p:cNvPr id="13" name="TextBox 12">
            <a:extLst>
              <a:ext uri="{FF2B5EF4-FFF2-40B4-BE49-F238E27FC236}">
                <a16:creationId xmlns:a16="http://schemas.microsoft.com/office/drawing/2014/main" id="{5783A403-7DD5-3B9C-4663-E09461D7D33A}"/>
              </a:ext>
            </a:extLst>
          </p:cNvPr>
          <p:cNvSpPr txBox="1"/>
          <p:nvPr/>
        </p:nvSpPr>
        <p:spPr>
          <a:xfrm>
            <a:off x="1059929" y="3772720"/>
            <a:ext cx="5576341" cy="769441"/>
          </a:xfrm>
          <a:prstGeom prst="rect">
            <a:avLst/>
          </a:prstGeom>
          <a:noFill/>
        </p:spPr>
        <p:txBody>
          <a:bodyPr wrap="square" rtlCol="0">
            <a:spAutoFit/>
          </a:bodyPr>
          <a:lstStyle/>
          <a:p>
            <a:r>
              <a:rPr lang="en-US" sz="4400" dirty="0">
                <a:solidFill>
                  <a:schemeClr val="accent1"/>
                </a:solidFill>
                <a:latin typeface="+mj-lt"/>
              </a:rPr>
              <a:t>Data Base </a:t>
            </a:r>
            <a:endParaRPr lang="en-US" sz="4400" dirty="0">
              <a:latin typeface="+mj-lt"/>
            </a:endParaRPr>
          </a:p>
        </p:txBody>
      </p:sp>
      <p:pic>
        <p:nvPicPr>
          <p:cNvPr id="15" name="Picture 14">
            <a:extLst>
              <a:ext uri="{FF2B5EF4-FFF2-40B4-BE49-F238E27FC236}">
                <a16:creationId xmlns:a16="http://schemas.microsoft.com/office/drawing/2014/main" id="{8390078F-03CD-D380-01AD-875114BBB1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14174" y="4394252"/>
            <a:ext cx="1608320" cy="1523494"/>
          </a:xfrm>
          <a:prstGeom prst="rect">
            <a:avLst/>
          </a:prstGeom>
        </p:spPr>
      </p:pic>
      <p:sp>
        <p:nvSpPr>
          <p:cNvPr id="16" name="TextBox 15">
            <a:extLst>
              <a:ext uri="{FF2B5EF4-FFF2-40B4-BE49-F238E27FC236}">
                <a16:creationId xmlns:a16="http://schemas.microsoft.com/office/drawing/2014/main" id="{882D48D8-1A91-0005-2B09-5C742EEFBE4F}"/>
              </a:ext>
            </a:extLst>
          </p:cNvPr>
          <p:cNvSpPr txBox="1"/>
          <p:nvPr/>
        </p:nvSpPr>
        <p:spPr>
          <a:xfrm>
            <a:off x="2850629" y="4759397"/>
            <a:ext cx="8257082" cy="1523494"/>
          </a:xfrm>
          <a:prstGeom prst="rect">
            <a:avLst/>
          </a:prstGeom>
          <a:noFill/>
        </p:spPr>
        <p:txBody>
          <a:bodyPr wrap="square" rtlCol="0">
            <a:spAutoFit/>
          </a:bodyPr>
          <a:lstStyle/>
          <a:p>
            <a:r>
              <a:rPr lang="en-US" sz="2500" dirty="0"/>
              <a:t>SQLite3 = used for data storage </a:t>
            </a:r>
          </a:p>
          <a:p>
            <a:r>
              <a:rPr lang="en-US" sz="2500" dirty="0"/>
              <a:t>Better-SQLite3 = used as an interface between system and database</a:t>
            </a:r>
          </a:p>
          <a:p>
            <a:endParaRPr lang="en-US" dirty="0"/>
          </a:p>
        </p:txBody>
      </p:sp>
      <p:sp>
        <p:nvSpPr>
          <p:cNvPr id="17" name="TextBox 16">
            <a:extLst>
              <a:ext uri="{FF2B5EF4-FFF2-40B4-BE49-F238E27FC236}">
                <a16:creationId xmlns:a16="http://schemas.microsoft.com/office/drawing/2014/main" id="{EE924856-190E-7112-3328-14109CEFDA2C}"/>
              </a:ext>
            </a:extLst>
          </p:cNvPr>
          <p:cNvSpPr txBox="1"/>
          <p:nvPr/>
        </p:nvSpPr>
        <p:spPr>
          <a:xfrm>
            <a:off x="2322494" y="1875843"/>
            <a:ext cx="8679304" cy="1246495"/>
          </a:xfrm>
          <a:prstGeom prst="rect">
            <a:avLst/>
          </a:prstGeom>
          <a:noFill/>
        </p:spPr>
        <p:txBody>
          <a:bodyPr wrap="square" rtlCol="0">
            <a:spAutoFit/>
          </a:bodyPr>
          <a:lstStyle/>
          <a:p>
            <a:r>
              <a:rPr lang="en-US" sz="2500" dirty="0"/>
              <a:t>HTML5 = was used for creating UI </a:t>
            </a:r>
          </a:p>
          <a:p>
            <a:r>
              <a:rPr lang="en-US" sz="2500" dirty="0"/>
              <a:t>CSS3 = used for enhancing the look of UI</a:t>
            </a:r>
          </a:p>
          <a:p>
            <a:endParaRPr lang="en-US" sz="2500" dirty="0"/>
          </a:p>
        </p:txBody>
      </p:sp>
    </p:spTree>
    <p:extLst>
      <p:ext uri="{BB962C8B-B14F-4D97-AF65-F5344CB8AC3E}">
        <p14:creationId xmlns:p14="http://schemas.microsoft.com/office/powerpoint/2010/main" val="2360851308"/>
      </p:ext>
    </p:ext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813D0-224D-4DC4-49C8-AA601F4C7E7C}"/>
              </a:ext>
            </a:extLst>
          </p:cNvPr>
          <p:cNvSpPr>
            <a:spLocks noGrp="1"/>
          </p:cNvSpPr>
          <p:nvPr>
            <p:ph type="title"/>
          </p:nvPr>
        </p:nvSpPr>
        <p:spPr/>
        <p:txBody>
          <a:bodyPr/>
          <a:lstStyle/>
          <a:p>
            <a:r>
              <a:rPr lang="en-US" dirty="0"/>
              <a:t>Tech Tools </a:t>
            </a:r>
            <a:r>
              <a:rPr lang="en-US" dirty="0" err="1"/>
              <a:t>Cont</a:t>
            </a:r>
            <a:r>
              <a:rPr lang="en-US" dirty="0"/>
              <a:t> ….</a:t>
            </a:r>
            <a:br>
              <a:rPr lang="en-US" dirty="0"/>
            </a:br>
            <a:r>
              <a:rPr lang="en-US" dirty="0">
                <a:solidFill>
                  <a:schemeClr val="accent1"/>
                </a:solidFill>
              </a:rPr>
              <a:t>Development</a:t>
            </a:r>
            <a:endParaRPr lang="en-US" dirty="0"/>
          </a:p>
        </p:txBody>
      </p:sp>
      <p:pic>
        <p:nvPicPr>
          <p:cNvPr id="6" name="Content Placeholder 5">
            <a:extLst>
              <a:ext uri="{FF2B5EF4-FFF2-40B4-BE49-F238E27FC236}">
                <a16:creationId xmlns:a16="http://schemas.microsoft.com/office/drawing/2014/main" id="{3016FB24-CD14-07AF-2524-F51A202AE79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2762" y="1768176"/>
            <a:ext cx="3514725" cy="1295400"/>
          </a:xfrm>
        </p:spPr>
      </p:pic>
      <p:pic>
        <p:nvPicPr>
          <p:cNvPr id="8" name="Picture 7">
            <a:extLst>
              <a:ext uri="{FF2B5EF4-FFF2-40B4-BE49-F238E27FC236}">
                <a16:creationId xmlns:a16="http://schemas.microsoft.com/office/drawing/2014/main" id="{23D05321-316E-9C09-EF6F-F4A29CCB7A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273" y="3057525"/>
            <a:ext cx="2800350" cy="1628775"/>
          </a:xfrm>
          <a:prstGeom prst="rect">
            <a:avLst/>
          </a:prstGeom>
        </p:spPr>
      </p:pic>
      <p:sp>
        <p:nvSpPr>
          <p:cNvPr id="9" name="TextBox 8">
            <a:extLst>
              <a:ext uri="{FF2B5EF4-FFF2-40B4-BE49-F238E27FC236}">
                <a16:creationId xmlns:a16="http://schemas.microsoft.com/office/drawing/2014/main" id="{7963B2A2-7DF9-19A9-C769-C134F36B4931}"/>
              </a:ext>
            </a:extLst>
          </p:cNvPr>
          <p:cNvSpPr txBox="1"/>
          <p:nvPr/>
        </p:nvSpPr>
        <p:spPr>
          <a:xfrm>
            <a:off x="4062334" y="2143593"/>
            <a:ext cx="5396459" cy="1138773"/>
          </a:xfrm>
          <a:prstGeom prst="rect">
            <a:avLst/>
          </a:prstGeom>
          <a:noFill/>
        </p:spPr>
        <p:txBody>
          <a:bodyPr wrap="square" rtlCol="0">
            <a:spAutoFit/>
          </a:bodyPr>
          <a:lstStyle/>
          <a:p>
            <a:r>
              <a:rPr lang="en-US" sz="2500" dirty="0"/>
              <a:t>GitHub = used to monitor and maintain code version </a:t>
            </a:r>
          </a:p>
          <a:p>
            <a:endParaRPr lang="en-US" dirty="0"/>
          </a:p>
        </p:txBody>
      </p:sp>
      <p:sp>
        <p:nvSpPr>
          <p:cNvPr id="10" name="TextBox 9">
            <a:extLst>
              <a:ext uri="{FF2B5EF4-FFF2-40B4-BE49-F238E27FC236}">
                <a16:creationId xmlns:a16="http://schemas.microsoft.com/office/drawing/2014/main" id="{8212CD46-75AE-AEC1-25C9-8F717378B4E5}"/>
              </a:ext>
            </a:extLst>
          </p:cNvPr>
          <p:cNvSpPr txBox="1"/>
          <p:nvPr/>
        </p:nvSpPr>
        <p:spPr>
          <a:xfrm>
            <a:off x="4062334" y="3552669"/>
            <a:ext cx="7291466" cy="1246495"/>
          </a:xfrm>
          <a:prstGeom prst="rect">
            <a:avLst/>
          </a:prstGeom>
          <a:noFill/>
        </p:spPr>
        <p:txBody>
          <a:bodyPr wrap="square" rtlCol="0">
            <a:spAutoFit/>
          </a:bodyPr>
          <a:lstStyle/>
          <a:p>
            <a:r>
              <a:rPr lang="en-US" sz="2500" dirty="0"/>
              <a:t>Render = used to deploy system to make it available via web</a:t>
            </a:r>
          </a:p>
          <a:p>
            <a:endParaRPr lang="en-US" sz="2500" dirty="0"/>
          </a:p>
        </p:txBody>
      </p:sp>
    </p:spTree>
    <p:extLst>
      <p:ext uri="{BB962C8B-B14F-4D97-AF65-F5344CB8AC3E}">
        <p14:creationId xmlns:p14="http://schemas.microsoft.com/office/powerpoint/2010/main" val="383014745"/>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Friends hugging at graduation">
            <a:extLst>
              <a:ext uri="{FF2B5EF4-FFF2-40B4-BE49-F238E27FC236}">
                <a16:creationId xmlns:a16="http://schemas.microsoft.com/office/drawing/2014/main" id="{1C8F4137-6A39-1261-8911-BAE5E1FF1CD8}"/>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a:stretch/>
        </p:blipFill>
        <p:spPr/>
      </p:pic>
      <p:sp>
        <p:nvSpPr>
          <p:cNvPr id="7" name="Title 6">
            <a:extLst>
              <a:ext uri="{FF2B5EF4-FFF2-40B4-BE49-F238E27FC236}">
                <a16:creationId xmlns:a16="http://schemas.microsoft.com/office/drawing/2014/main" id="{7A8DDD42-D29D-4ECB-A465-13EFA049E83C}"/>
              </a:ext>
            </a:extLst>
          </p:cNvPr>
          <p:cNvSpPr>
            <a:spLocks noGrp="1"/>
          </p:cNvSpPr>
          <p:nvPr>
            <p:ph type="title"/>
          </p:nvPr>
        </p:nvSpPr>
        <p:spPr/>
        <p:txBody>
          <a:bodyPr/>
          <a:lstStyle/>
          <a:p>
            <a:r>
              <a:rPr lang="en-US"/>
              <a:t>Its Never Too Late !</a:t>
            </a:r>
            <a:endParaRPr lang="en-US" dirty="0"/>
          </a:p>
        </p:txBody>
      </p:sp>
      <p:sp>
        <p:nvSpPr>
          <p:cNvPr id="5" name="Text Placeholder 4">
            <a:extLst>
              <a:ext uri="{FF2B5EF4-FFF2-40B4-BE49-F238E27FC236}">
                <a16:creationId xmlns:a16="http://schemas.microsoft.com/office/drawing/2014/main" id="{7B9CA4D6-5936-F8B0-CF4A-2A00A38E5CCE}"/>
              </a:ext>
            </a:extLst>
          </p:cNvPr>
          <p:cNvSpPr>
            <a:spLocks noGrp="1"/>
          </p:cNvSpPr>
          <p:nvPr>
            <p:ph type="body" sz="quarter" idx="15"/>
          </p:nvPr>
        </p:nvSpPr>
        <p:spPr/>
        <p:txBody>
          <a:bodyPr/>
          <a:lstStyle/>
          <a:p>
            <a:r>
              <a:rPr lang="en-US"/>
              <a:t>QuICK START YOUR FUTURE NOW</a:t>
            </a:r>
            <a:endParaRPr lang="en-US" dirty="0"/>
          </a:p>
        </p:txBody>
      </p:sp>
    </p:spTree>
    <p:extLst>
      <p:ext uri="{BB962C8B-B14F-4D97-AF65-F5344CB8AC3E}">
        <p14:creationId xmlns:p14="http://schemas.microsoft.com/office/powerpoint/2010/main" val="2093948892"/>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5" descr="Students holding graduation caps in the air">
            <a:extLst>
              <a:ext uri="{FF2B5EF4-FFF2-40B4-BE49-F238E27FC236}">
                <a16:creationId xmlns:a16="http://schemas.microsoft.com/office/drawing/2014/main" id="{910D9F77-BCD2-72EC-FBEC-B20567988B74}"/>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l="3" r="3"/>
          <a:stretch/>
        </p:blipFill>
        <p:spPr/>
      </p:pic>
      <p:sp>
        <p:nvSpPr>
          <p:cNvPr id="7" name="Title 6">
            <a:extLst>
              <a:ext uri="{FF2B5EF4-FFF2-40B4-BE49-F238E27FC236}">
                <a16:creationId xmlns:a16="http://schemas.microsoft.com/office/drawing/2014/main" id="{7A8DDD42-D29D-4ECB-A465-13EFA049E83C}"/>
              </a:ext>
            </a:extLst>
          </p:cNvPr>
          <p:cNvSpPr>
            <a:spLocks noGrp="1"/>
          </p:cNvSpPr>
          <p:nvPr>
            <p:ph type="title"/>
          </p:nvPr>
        </p:nvSpPr>
        <p:spPr/>
        <p:txBody>
          <a:bodyPr/>
          <a:lstStyle/>
          <a:p>
            <a:r>
              <a:rPr lang="en-US" dirty="0"/>
              <a:t>EDUNEXA</a:t>
            </a:r>
          </a:p>
        </p:txBody>
      </p:sp>
      <p:sp>
        <p:nvSpPr>
          <p:cNvPr id="20" name="Text Placeholder 19">
            <a:extLst>
              <a:ext uri="{FF2B5EF4-FFF2-40B4-BE49-F238E27FC236}">
                <a16:creationId xmlns:a16="http://schemas.microsoft.com/office/drawing/2014/main" id="{88531C66-298F-52BD-C40A-86A579EF4E68}"/>
              </a:ext>
            </a:extLst>
          </p:cNvPr>
          <p:cNvSpPr>
            <a:spLocks noGrp="1"/>
          </p:cNvSpPr>
          <p:nvPr>
            <p:ph type="body" sz="quarter" idx="15"/>
          </p:nvPr>
        </p:nvSpPr>
        <p:spPr/>
        <p:txBody>
          <a:bodyPr/>
          <a:lstStyle/>
          <a:p>
            <a:r>
              <a:rPr lang="en-US" dirty="0"/>
              <a:t>IT’S TIME </a:t>
            </a:r>
            <a:r>
              <a:rPr lang="en-US" dirty="0" err="1"/>
              <a:t>fOr</a:t>
            </a:r>
            <a:r>
              <a:rPr lang="en-US" dirty="0"/>
              <a:t> </a:t>
            </a:r>
          </a:p>
          <a:p>
            <a:endParaRPr lang="en-US" dirty="0"/>
          </a:p>
        </p:txBody>
      </p:sp>
      <p:sp>
        <p:nvSpPr>
          <p:cNvPr id="2" name="TextBox 1">
            <a:extLst>
              <a:ext uri="{FF2B5EF4-FFF2-40B4-BE49-F238E27FC236}">
                <a16:creationId xmlns:a16="http://schemas.microsoft.com/office/drawing/2014/main" id="{670AB74D-323B-ADAE-6225-6B2BB9ED5373}"/>
              </a:ext>
            </a:extLst>
          </p:cNvPr>
          <p:cNvSpPr txBox="1"/>
          <p:nvPr/>
        </p:nvSpPr>
        <p:spPr>
          <a:xfrm>
            <a:off x="4601980" y="2278505"/>
            <a:ext cx="3867463" cy="369332"/>
          </a:xfrm>
          <a:prstGeom prst="rect">
            <a:avLst/>
          </a:prstGeom>
          <a:noFill/>
        </p:spPr>
        <p:txBody>
          <a:bodyPr wrap="square" rtlCol="0">
            <a:spAutoFit/>
          </a:bodyPr>
          <a:lstStyle/>
          <a:p>
            <a:r>
              <a:rPr lang="en-US" dirty="0">
                <a:solidFill>
                  <a:schemeClr val="bg1"/>
                </a:solidFill>
              </a:rPr>
              <a:t>START YOUR FUTURE NOW </a:t>
            </a:r>
          </a:p>
        </p:txBody>
      </p:sp>
      <p:sp>
        <p:nvSpPr>
          <p:cNvPr id="3" name="TextBox 2">
            <a:extLst>
              <a:ext uri="{FF2B5EF4-FFF2-40B4-BE49-F238E27FC236}">
                <a16:creationId xmlns:a16="http://schemas.microsoft.com/office/drawing/2014/main" id="{582F11CD-1E2B-4C22-E7FE-5AA947325A8D}"/>
              </a:ext>
            </a:extLst>
          </p:cNvPr>
          <p:cNvSpPr txBox="1"/>
          <p:nvPr/>
        </p:nvSpPr>
        <p:spPr>
          <a:xfrm>
            <a:off x="4032354" y="3087974"/>
            <a:ext cx="3762531" cy="646331"/>
          </a:xfrm>
          <a:prstGeom prst="rect">
            <a:avLst/>
          </a:prstGeom>
          <a:noFill/>
        </p:spPr>
        <p:txBody>
          <a:bodyPr wrap="square" rtlCol="0">
            <a:spAutoFit/>
          </a:bodyPr>
          <a:lstStyle/>
          <a:p>
            <a:r>
              <a:rPr lang="en-US" dirty="0"/>
              <a:t>	</a:t>
            </a:r>
            <a:r>
              <a:rPr lang="en-US" sz="3600" dirty="0">
                <a:latin typeface="Aptos Display (Headings)"/>
              </a:rPr>
              <a:t>THANK YOU</a:t>
            </a:r>
          </a:p>
        </p:txBody>
      </p:sp>
    </p:spTree>
    <p:extLst>
      <p:ext uri="{BB962C8B-B14F-4D97-AF65-F5344CB8AC3E}">
        <p14:creationId xmlns:p14="http://schemas.microsoft.com/office/powerpoint/2010/main" val="67089884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448</TotalTime>
  <Words>439</Words>
  <Application>Microsoft Office PowerPoint</Application>
  <PresentationFormat>Widescreen</PresentationFormat>
  <Paragraphs>43</Paragraphs>
  <Slides>10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Aptos Display (Headings)</vt:lpstr>
      <vt:lpstr>Arial</vt:lpstr>
      <vt:lpstr>Office Theme</vt:lpstr>
      <vt:lpstr>PowerPoint Presentation</vt:lpstr>
      <vt:lpstr>Current Situation Why Are Applications Made Online</vt:lpstr>
      <vt:lpstr>IDENTIFIED PROBLEM </vt:lpstr>
      <vt:lpstr>Our Solution :  EDUNEXA</vt:lpstr>
      <vt:lpstr>How It Works</vt:lpstr>
      <vt:lpstr>Tech Tools Used:  Back-End</vt:lpstr>
      <vt:lpstr>Tech Tools Cont …. Front-End </vt:lpstr>
      <vt:lpstr>Tech Tools Cont …. Development</vt:lpstr>
      <vt:lpstr>Its Never Too Late !</vt:lpstr>
      <vt:lpstr>EDUNEXA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 Malatji</dc:creator>
  <cp:lastModifiedBy>M Malatji</cp:lastModifiedBy>
  <cp:revision>47</cp:revision>
  <dcterms:created xsi:type="dcterms:W3CDTF">2026-01-07T21:12:02Z</dcterms:created>
  <dcterms:modified xsi:type="dcterms:W3CDTF">2026-01-17T11:54:18Z</dcterms:modified>
</cp:coreProperties>
</file>